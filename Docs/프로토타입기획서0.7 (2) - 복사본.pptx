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86" r:id="rId6"/>
    <p:sldId id="261" r:id="rId7"/>
    <p:sldId id="262" r:id="rId8"/>
    <p:sldId id="287" r:id="rId9"/>
    <p:sldId id="288" r:id="rId10"/>
    <p:sldId id="263" r:id="rId11"/>
    <p:sldId id="264" r:id="rId12"/>
    <p:sldId id="265" r:id="rId13"/>
    <p:sldId id="267" r:id="rId14"/>
    <p:sldId id="268" r:id="rId15"/>
    <p:sldId id="269" r:id="rId16"/>
    <p:sldId id="270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6"/>
    <p:sldId id="282" r:id="rId27"/>
    <p:sldId id="283" r:id="rId28"/>
    <p:sldId id="284" r:id="rId29"/>
    <p:sldId id="285" r:id="rId30"/>
  </p:sldIdLst>
  <p:sldSz cx="7562850" cy="10688638"/>
  <p:notesSz cx="10688638" cy="75628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310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n young Choi" userId="3348430de398f430" providerId="LiveId" clId="{D6AC804E-3741-4DD9-80FE-E274F04C4594}"/>
    <pc:docChg chg="undo custSel addSld delSld modSld">
      <pc:chgData name="Jin young Choi" userId="3348430de398f430" providerId="LiveId" clId="{D6AC804E-3741-4DD9-80FE-E274F04C4594}" dt="2026-08-17T15:52:57.459" v="4804" actId="20577"/>
      <pc:docMkLst>
        <pc:docMk/>
      </pc:docMkLst>
      <pc:sldChg chg="modSp mod">
        <pc:chgData name="Jin young Choi" userId="3348430de398f430" providerId="LiveId" clId="{D6AC804E-3741-4DD9-80FE-E274F04C4594}" dt="2026-08-17T15:11:04.159" v="4320" actId="1076"/>
        <pc:sldMkLst>
          <pc:docMk/>
          <pc:sldMk cId="0" sldId="256"/>
        </pc:sldMkLst>
        <pc:graphicFrameChg chg="mod modGraphic">
          <ac:chgData name="Jin young Choi" userId="3348430de398f430" providerId="LiveId" clId="{D6AC804E-3741-4DD9-80FE-E274F04C4594}" dt="2026-08-17T15:11:04.159" v="4320" actId="1076"/>
          <ac:graphicFrameMkLst>
            <pc:docMk/>
            <pc:sldMk cId="0" sldId="256"/>
            <ac:graphicFrameMk id="5" creationId="{29654BC0-E46D-D7F7-1271-2C91935ED359}"/>
          </ac:graphicFrameMkLst>
        </pc:graphicFrameChg>
      </pc:sldChg>
      <pc:sldChg chg="modSp mod">
        <pc:chgData name="Jin young Choi" userId="3348430de398f430" providerId="LiveId" clId="{D6AC804E-3741-4DD9-80FE-E274F04C4594}" dt="2026-08-17T15:28:16.514" v="4585" actId="207"/>
        <pc:sldMkLst>
          <pc:docMk/>
          <pc:sldMk cId="0" sldId="261"/>
        </pc:sldMkLst>
        <pc:spChg chg="mod">
          <ac:chgData name="Jin young Choi" userId="3348430de398f430" providerId="LiveId" clId="{D6AC804E-3741-4DD9-80FE-E274F04C4594}" dt="2026-08-17T15:28:16.514" v="4585" actId="207"/>
          <ac:spMkLst>
            <pc:docMk/>
            <pc:sldMk cId="0" sldId="261"/>
            <ac:spMk id="2" creationId="{00000000-0000-0000-0000-000000000000}"/>
          </ac:spMkLst>
        </pc:spChg>
      </pc:sldChg>
      <pc:sldChg chg="modSp mod">
        <pc:chgData name="Jin young Choi" userId="3348430de398f430" providerId="LiveId" clId="{D6AC804E-3741-4DD9-80FE-E274F04C4594}" dt="2026-08-17T15:28:19.791" v="4586" actId="207"/>
        <pc:sldMkLst>
          <pc:docMk/>
          <pc:sldMk cId="0" sldId="262"/>
        </pc:sldMkLst>
        <pc:spChg chg="mod">
          <ac:chgData name="Jin young Choi" userId="3348430de398f430" providerId="LiveId" clId="{D6AC804E-3741-4DD9-80FE-E274F04C4594}" dt="2026-08-17T15:28:19.791" v="4586" actId="207"/>
          <ac:spMkLst>
            <pc:docMk/>
            <pc:sldMk cId="0" sldId="262"/>
            <ac:spMk id="2" creationId="{00000000-0000-0000-0000-000000000000}"/>
          </ac:spMkLst>
        </pc:spChg>
      </pc:sldChg>
      <pc:sldChg chg="delSp modSp mod">
        <pc:chgData name="Jin young Choi" userId="3348430de398f430" providerId="LiveId" clId="{D6AC804E-3741-4DD9-80FE-E274F04C4594}" dt="2026-08-17T15:28:31.453" v="4589" actId="478"/>
        <pc:sldMkLst>
          <pc:docMk/>
          <pc:sldMk cId="0" sldId="263"/>
        </pc:sldMkLst>
        <pc:spChg chg="mod">
          <ac:chgData name="Jin young Choi" userId="3348430de398f430" providerId="LiveId" clId="{D6AC804E-3741-4DD9-80FE-E274F04C4594}" dt="2026-08-17T15:28:27.968" v="4588" actId="207"/>
          <ac:spMkLst>
            <pc:docMk/>
            <pc:sldMk cId="0" sldId="263"/>
            <ac:spMk id="2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5:28:31.453" v="4589" actId="478"/>
          <ac:spMkLst>
            <pc:docMk/>
            <pc:sldMk cId="0" sldId="263"/>
            <ac:spMk id="5" creationId="{00000000-0000-0000-0000-000000000000}"/>
          </ac:spMkLst>
        </pc:spChg>
      </pc:sldChg>
      <pc:sldChg chg="addSp delSp modSp mod">
        <pc:chgData name="Jin young Choi" userId="3348430de398f430" providerId="LiveId" clId="{D6AC804E-3741-4DD9-80FE-E274F04C4594}" dt="2026-08-17T15:52:11.136" v="4774" actId="1076"/>
        <pc:sldMkLst>
          <pc:docMk/>
          <pc:sldMk cId="0" sldId="264"/>
        </pc:sldMkLst>
        <pc:spChg chg="mod">
          <ac:chgData name="Jin young Choi" userId="3348430de398f430" providerId="LiveId" clId="{D6AC804E-3741-4DD9-80FE-E274F04C4594}" dt="2026-08-17T15:28:36.288" v="4590" actId="207"/>
          <ac:spMkLst>
            <pc:docMk/>
            <pc:sldMk cId="0" sldId="264"/>
            <ac:spMk id="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9:19.579" v="3250" actId="20577"/>
          <ac:spMkLst>
            <pc:docMk/>
            <pc:sldMk cId="0" sldId="264"/>
            <ac:spMk id="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49:30.280" v="4745" actId="164"/>
          <ac:spMkLst>
            <pc:docMk/>
            <pc:sldMk cId="0" sldId="264"/>
            <ac:spMk id="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49:30.280" v="4745" actId="164"/>
          <ac:spMkLst>
            <pc:docMk/>
            <pc:sldMk cId="0" sldId="264"/>
            <ac:spMk id="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50:33.993" v="4755" actId="1076"/>
          <ac:spMkLst>
            <pc:docMk/>
            <pc:sldMk cId="0" sldId="264"/>
            <ac:spMk id="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50:49.113" v="4758" actId="1076"/>
          <ac:spMkLst>
            <pc:docMk/>
            <pc:sldMk cId="0" sldId="264"/>
            <ac:spMk id="1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50:44.299" v="4757" actId="465"/>
          <ac:spMkLst>
            <pc:docMk/>
            <pc:sldMk cId="0" sldId="264"/>
            <ac:spMk id="1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51:06.844" v="4762" actId="465"/>
          <ac:spMkLst>
            <pc:docMk/>
            <pc:sldMk cId="0" sldId="264"/>
            <ac:spMk id="14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49:34.457" v="4747" actId="164"/>
          <ac:spMkLst>
            <pc:docMk/>
            <pc:sldMk cId="0" sldId="264"/>
            <ac:spMk id="1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49:34.457" v="4747" actId="164"/>
          <ac:spMkLst>
            <pc:docMk/>
            <pc:sldMk cId="0" sldId="264"/>
            <ac:spMk id="16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50:44.299" v="4757" actId="465"/>
          <ac:spMkLst>
            <pc:docMk/>
            <pc:sldMk cId="0" sldId="264"/>
            <ac:spMk id="1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51:06.844" v="4762" actId="465"/>
          <ac:spMkLst>
            <pc:docMk/>
            <pc:sldMk cId="0" sldId="264"/>
            <ac:spMk id="1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49:38.062" v="4748" actId="164"/>
          <ac:spMkLst>
            <pc:docMk/>
            <pc:sldMk cId="0" sldId="264"/>
            <ac:spMk id="1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49:38.062" v="4748" actId="164"/>
          <ac:spMkLst>
            <pc:docMk/>
            <pc:sldMk cId="0" sldId="264"/>
            <ac:spMk id="2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50:44.299" v="4757" actId="465"/>
          <ac:spMkLst>
            <pc:docMk/>
            <pc:sldMk cId="0" sldId="264"/>
            <ac:spMk id="2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51:06.844" v="4762" actId="465"/>
          <ac:spMkLst>
            <pc:docMk/>
            <pc:sldMk cId="0" sldId="264"/>
            <ac:spMk id="2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49:40.109" v="4749" actId="164"/>
          <ac:spMkLst>
            <pc:docMk/>
            <pc:sldMk cId="0" sldId="264"/>
            <ac:spMk id="2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49:40.109" v="4749" actId="164"/>
          <ac:spMkLst>
            <pc:docMk/>
            <pc:sldMk cId="0" sldId="264"/>
            <ac:spMk id="24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50:44.299" v="4757" actId="465"/>
          <ac:spMkLst>
            <pc:docMk/>
            <pc:sldMk cId="0" sldId="264"/>
            <ac:spMk id="2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51:06.844" v="4762" actId="465"/>
          <ac:spMkLst>
            <pc:docMk/>
            <pc:sldMk cId="0" sldId="264"/>
            <ac:spMk id="26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49:42.826" v="4750" actId="164"/>
          <ac:spMkLst>
            <pc:docMk/>
            <pc:sldMk cId="0" sldId="264"/>
            <ac:spMk id="2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49:42.826" v="4750" actId="164"/>
          <ac:spMkLst>
            <pc:docMk/>
            <pc:sldMk cId="0" sldId="264"/>
            <ac:spMk id="2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50:44.299" v="4757" actId="465"/>
          <ac:spMkLst>
            <pc:docMk/>
            <pc:sldMk cId="0" sldId="264"/>
            <ac:spMk id="2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51:06.844" v="4762" actId="465"/>
          <ac:spMkLst>
            <pc:docMk/>
            <pc:sldMk cId="0" sldId="264"/>
            <ac:spMk id="3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49:44.951" v="4751" actId="164"/>
          <ac:spMkLst>
            <pc:docMk/>
            <pc:sldMk cId="0" sldId="264"/>
            <ac:spMk id="3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49:44.951" v="4751" actId="164"/>
          <ac:spMkLst>
            <pc:docMk/>
            <pc:sldMk cId="0" sldId="264"/>
            <ac:spMk id="3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50:37.760" v="4756" actId="1076"/>
          <ac:spMkLst>
            <pc:docMk/>
            <pc:sldMk cId="0" sldId="264"/>
            <ac:spMk id="3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50:56.281" v="4760" actId="14100"/>
          <ac:spMkLst>
            <pc:docMk/>
            <pc:sldMk cId="0" sldId="264"/>
            <ac:spMk id="34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5:49:14.048" v="4741" actId="478"/>
          <ac:spMkLst>
            <pc:docMk/>
            <pc:sldMk cId="0" sldId="264"/>
            <ac:spMk id="35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5:49:14.048" v="4741" actId="478"/>
          <ac:spMkLst>
            <pc:docMk/>
            <pc:sldMk cId="0" sldId="264"/>
            <ac:spMk id="36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5:49:14.048" v="4741" actId="478"/>
          <ac:spMkLst>
            <pc:docMk/>
            <pc:sldMk cId="0" sldId="264"/>
            <ac:spMk id="3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49:32.309" v="4746" actId="164"/>
          <ac:spMkLst>
            <pc:docMk/>
            <pc:sldMk cId="0" sldId="264"/>
            <ac:spMk id="39" creationId="{5550CBA0-620F-0FCA-C3F0-492692EB596D}"/>
          </ac:spMkLst>
        </pc:spChg>
        <pc:spChg chg="mod">
          <ac:chgData name="Jin young Choi" userId="3348430de398f430" providerId="LiveId" clId="{D6AC804E-3741-4DD9-80FE-E274F04C4594}" dt="2026-08-17T15:49:32.309" v="4746" actId="164"/>
          <ac:spMkLst>
            <pc:docMk/>
            <pc:sldMk cId="0" sldId="264"/>
            <ac:spMk id="40" creationId="{3F06B648-6DA7-1407-516D-867788571D96}"/>
          </ac:spMkLst>
        </pc:spChg>
        <pc:spChg chg="mod">
          <ac:chgData name="Jin young Choi" userId="3348430de398f430" providerId="LiveId" clId="{D6AC804E-3741-4DD9-80FE-E274F04C4594}" dt="2026-08-17T15:51:36.153" v="4767" actId="1076"/>
          <ac:spMkLst>
            <pc:docMk/>
            <pc:sldMk cId="0" sldId="264"/>
            <ac:spMk id="54" creationId="{E97966F1-F9B0-787E-1462-11E3591E2444}"/>
          </ac:spMkLst>
        </pc:spChg>
        <pc:spChg chg="mod">
          <ac:chgData name="Jin young Choi" userId="3348430de398f430" providerId="LiveId" clId="{D6AC804E-3741-4DD9-80FE-E274F04C4594}" dt="2026-08-17T15:51:18.829" v="4763" actId="571"/>
          <ac:spMkLst>
            <pc:docMk/>
            <pc:sldMk cId="0" sldId="264"/>
            <ac:spMk id="55" creationId="{7A14088D-2C9F-4226-2712-9046EB4C3A9B}"/>
          </ac:spMkLst>
        </pc:spChg>
        <pc:spChg chg="mod">
          <ac:chgData name="Jin young Choi" userId="3348430de398f430" providerId="LiveId" clId="{D6AC804E-3741-4DD9-80FE-E274F04C4594}" dt="2026-08-17T15:51:18.829" v="4763" actId="571"/>
          <ac:spMkLst>
            <pc:docMk/>
            <pc:sldMk cId="0" sldId="264"/>
            <ac:spMk id="57" creationId="{6E653F02-1D59-76CA-D67C-E8DB92C2CD94}"/>
          </ac:spMkLst>
        </pc:spChg>
        <pc:spChg chg="mod">
          <ac:chgData name="Jin young Choi" userId="3348430de398f430" providerId="LiveId" clId="{D6AC804E-3741-4DD9-80FE-E274F04C4594}" dt="2026-08-17T15:51:18.829" v="4763" actId="571"/>
          <ac:spMkLst>
            <pc:docMk/>
            <pc:sldMk cId="0" sldId="264"/>
            <ac:spMk id="58" creationId="{E44ECD40-91AF-9903-0A08-222F600AF035}"/>
          </ac:spMkLst>
        </pc:spChg>
        <pc:spChg chg="mod">
          <ac:chgData name="Jin young Choi" userId="3348430de398f430" providerId="LiveId" clId="{D6AC804E-3741-4DD9-80FE-E274F04C4594}" dt="2026-08-17T15:51:18.829" v="4763" actId="571"/>
          <ac:spMkLst>
            <pc:docMk/>
            <pc:sldMk cId="0" sldId="264"/>
            <ac:spMk id="60" creationId="{B73C208E-3D60-BCA8-4CA3-25249E8A446E}"/>
          </ac:spMkLst>
        </pc:spChg>
        <pc:spChg chg="mod">
          <ac:chgData name="Jin young Choi" userId="3348430de398f430" providerId="LiveId" clId="{D6AC804E-3741-4DD9-80FE-E274F04C4594}" dt="2026-08-17T15:51:18.829" v="4763" actId="571"/>
          <ac:spMkLst>
            <pc:docMk/>
            <pc:sldMk cId="0" sldId="264"/>
            <ac:spMk id="61" creationId="{B02BA1D2-5A0C-7141-B809-36627952DB4E}"/>
          </ac:spMkLst>
        </pc:spChg>
        <pc:spChg chg="mod">
          <ac:chgData name="Jin young Choi" userId="3348430de398f430" providerId="LiveId" clId="{D6AC804E-3741-4DD9-80FE-E274F04C4594}" dt="2026-08-17T15:51:18.829" v="4763" actId="571"/>
          <ac:spMkLst>
            <pc:docMk/>
            <pc:sldMk cId="0" sldId="264"/>
            <ac:spMk id="63" creationId="{0149389D-7AD6-E50B-A784-61BDE34F1449}"/>
          </ac:spMkLst>
        </pc:spChg>
        <pc:spChg chg="mod">
          <ac:chgData name="Jin young Choi" userId="3348430de398f430" providerId="LiveId" clId="{D6AC804E-3741-4DD9-80FE-E274F04C4594}" dt="2026-08-17T15:51:18.829" v="4763" actId="571"/>
          <ac:spMkLst>
            <pc:docMk/>
            <pc:sldMk cId="0" sldId="264"/>
            <ac:spMk id="64" creationId="{5AEFCE63-9F7B-AED0-AF39-C74A30499879}"/>
          </ac:spMkLst>
        </pc:spChg>
        <pc:spChg chg="mod">
          <ac:chgData name="Jin young Choi" userId="3348430de398f430" providerId="LiveId" clId="{D6AC804E-3741-4DD9-80FE-E274F04C4594}" dt="2026-08-17T15:51:18.829" v="4763" actId="571"/>
          <ac:spMkLst>
            <pc:docMk/>
            <pc:sldMk cId="0" sldId="264"/>
            <ac:spMk id="66" creationId="{3FB928CC-A3EE-83A7-8819-16399ADDB5EF}"/>
          </ac:spMkLst>
        </pc:spChg>
        <pc:spChg chg="mod">
          <ac:chgData name="Jin young Choi" userId="3348430de398f430" providerId="LiveId" clId="{D6AC804E-3741-4DD9-80FE-E274F04C4594}" dt="2026-08-17T15:51:18.829" v="4763" actId="571"/>
          <ac:spMkLst>
            <pc:docMk/>
            <pc:sldMk cId="0" sldId="264"/>
            <ac:spMk id="67" creationId="{A514BFE5-B45B-9292-E60D-CF7B6369BE92}"/>
          </ac:spMkLst>
        </pc:spChg>
        <pc:spChg chg="mod">
          <ac:chgData name="Jin young Choi" userId="3348430de398f430" providerId="LiveId" clId="{D6AC804E-3741-4DD9-80FE-E274F04C4594}" dt="2026-08-17T15:51:18.829" v="4763" actId="571"/>
          <ac:spMkLst>
            <pc:docMk/>
            <pc:sldMk cId="0" sldId="264"/>
            <ac:spMk id="69" creationId="{292CAEBE-8CA9-B5FD-7580-75CCA2C0E819}"/>
          </ac:spMkLst>
        </pc:spChg>
        <pc:grpChg chg="add mod">
          <ac:chgData name="Jin young Choi" userId="3348430de398f430" providerId="LiveId" clId="{D6AC804E-3741-4DD9-80FE-E274F04C4594}" dt="2026-08-17T15:50:18.403" v="4753" actId="12789"/>
          <ac:grpSpMkLst>
            <pc:docMk/>
            <pc:sldMk cId="0" sldId="264"/>
            <ac:grpSpMk id="41" creationId="{814E93AC-01E9-B9C3-454D-D72609F4B441}"/>
          </ac:grpSpMkLst>
        </pc:grpChg>
        <pc:grpChg chg="add mod">
          <ac:chgData name="Jin young Choi" userId="3348430de398f430" providerId="LiveId" clId="{D6AC804E-3741-4DD9-80FE-E274F04C4594}" dt="2026-08-17T15:50:28.515" v="4754" actId="465"/>
          <ac:grpSpMkLst>
            <pc:docMk/>
            <pc:sldMk cId="0" sldId="264"/>
            <ac:grpSpMk id="44" creationId="{C7920184-7268-348B-2550-60DB6A4DDE4C}"/>
          </ac:grpSpMkLst>
        </pc:grpChg>
        <pc:grpChg chg="add mod">
          <ac:chgData name="Jin young Choi" userId="3348430de398f430" providerId="LiveId" clId="{D6AC804E-3741-4DD9-80FE-E274F04C4594}" dt="2026-08-17T15:50:28.515" v="4754" actId="465"/>
          <ac:grpSpMkLst>
            <pc:docMk/>
            <pc:sldMk cId="0" sldId="264"/>
            <ac:grpSpMk id="45" creationId="{6688EF9D-9CE4-BCD4-67B3-184BA5EC0B6C}"/>
          </ac:grpSpMkLst>
        </pc:grpChg>
        <pc:grpChg chg="add mod">
          <ac:chgData name="Jin young Choi" userId="3348430de398f430" providerId="LiveId" clId="{D6AC804E-3741-4DD9-80FE-E274F04C4594}" dt="2026-08-17T15:50:28.515" v="4754" actId="465"/>
          <ac:grpSpMkLst>
            <pc:docMk/>
            <pc:sldMk cId="0" sldId="264"/>
            <ac:grpSpMk id="46" creationId="{CD930DB5-3D80-8956-3C0C-451EC7C7CFCE}"/>
          </ac:grpSpMkLst>
        </pc:grpChg>
        <pc:grpChg chg="add mod">
          <ac:chgData name="Jin young Choi" userId="3348430de398f430" providerId="LiveId" clId="{D6AC804E-3741-4DD9-80FE-E274F04C4594}" dt="2026-08-17T15:50:28.515" v="4754" actId="465"/>
          <ac:grpSpMkLst>
            <pc:docMk/>
            <pc:sldMk cId="0" sldId="264"/>
            <ac:grpSpMk id="47" creationId="{EFC0FC18-ACFE-FB37-176E-7CDFB8F8586A}"/>
          </ac:grpSpMkLst>
        </pc:grpChg>
        <pc:grpChg chg="add mod">
          <ac:chgData name="Jin young Choi" userId="3348430de398f430" providerId="LiveId" clId="{D6AC804E-3741-4DD9-80FE-E274F04C4594}" dt="2026-08-17T15:50:28.515" v="4754" actId="465"/>
          <ac:grpSpMkLst>
            <pc:docMk/>
            <pc:sldMk cId="0" sldId="264"/>
            <ac:grpSpMk id="48" creationId="{1D7AB804-881C-C4BF-8A72-D15B32AF48F7}"/>
          </ac:grpSpMkLst>
        </pc:grpChg>
        <pc:grpChg chg="add mod">
          <ac:chgData name="Jin young Choi" userId="3348430de398f430" providerId="LiveId" clId="{D6AC804E-3741-4DD9-80FE-E274F04C4594}" dt="2026-08-17T15:50:18.403" v="4753" actId="12789"/>
          <ac:grpSpMkLst>
            <pc:docMk/>
            <pc:sldMk cId="0" sldId="264"/>
            <ac:grpSpMk id="49" creationId="{D95BB520-DAB5-5B80-DC3F-93CF1EAADB7A}"/>
          </ac:grpSpMkLst>
        </pc:grpChg>
        <pc:grpChg chg="mod">
          <ac:chgData name="Jin young Choi" userId="3348430de398f430" providerId="LiveId" clId="{D6AC804E-3741-4DD9-80FE-E274F04C4594}" dt="2026-08-17T15:51:22.544" v="4764" actId="1076"/>
          <ac:grpSpMkLst>
            <pc:docMk/>
            <pc:sldMk cId="0" sldId="264"/>
            <ac:grpSpMk id="50" creationId="{7EB1248A-C446-585A-986C-F490C8D98EF4}"/>
          </ac:grpSpMkLst>
        </pc:grpChg>
        <pc:grpChg chg="mod">
          <ac:chgData name="Jin young Choi" userId="3348430de398f430" providerId="LiveId" clId="{D6AC804E-3741-4DD9-80FE-E274F04C4594}" dt="2026-08-17T15:52:11.136" v="4774" actId="1076"/>
          <ac:grpSpMkLst>
            <pc:docMk/>
            <pc:sldMk cId="0" sldId="264"/>
            <ac:grpSpMk id="53" creationId="{80F8D49E-F978-4E36-58E4-CFF0B828E398}"/>
          </ac:grpSpMkLst>
        </pc:grpChg>
        <pc:grpChg chg="mod">
          <ac:chgData name="Jin young Choi" userId="3348430de398f430" providerId="LiveId" clId="{D6AC804E-3741-4DD9-80FE-E274F04C4594}" dt="2026-08-17T15:52:11.136" v="4774" actId="1076"/>
          <ac:grpSpMkLst>
            <pc:docMk/>
            <pc:sldMk cId="0" sldId="264"/>
            <ac:grpSpMk id="56" creationId="{039B9D5B-7437-9274-D4F5-2C8950FC75B0}"/>
          </ac:grpSpMkLst>
        </pc:grpChg>
        <pc:grpChg chg="mod">
          <ac:chgData name="Jin young Choi" userId="3348430de398f430" providerId="LiveId" clId="{D6AC804E-3741-4DD9-80FE-E274F04C4594}" dt="2026-08-17T15:52:11.136" v="4774" actId="1076"/>
          <ac:grpSpMkLst>
            <pc:docMk/>
            <pc:sldMk cId="0" sldId="264"/>
            <ac:grpSpMk id="59" creationId="{B97C96F0-1D80-BAE4-430C-EDE988492850}"/>
          </ac:grpSpMkLst>
        </pc:grpChg>
        <pc:grpChg chg="mod">
          <ac:chgData name="Jin young Choi" userId="3348430de398f430" providerId="LiveId" clId="{D6AC804E-3741-4DD9-80FE-E274F04C4594}" dt="2026-08-17T15:51:54.544" v="4771" actId="1076"/>
          <ac:grpSpMkLst>
            <pc:docMk/>
            <pc:sldMk cId="0" sldId="264"/>
            <ac:grpSpMk id="62" creationId="{73E2551B-AF43-1C9F-8C73-B62CE23B6BBE}"/>
          </ac:grpSpMkLst>
        </pc:grpChg>
        <pc:grpChg chg="mod">
          <ac:chgData name="Jin young Choi" userId="3348430de398f430" providerId="LiveId" clId="{D6AC804E-3741-4DD9-80FE-E274F04C4594}" dt="2026-08-17T15:51:57.319" v="4772" actId="1076"/>
          <ac:grpSpMkLst>
            <pc:docMk/>
            <pc:sldMk cId="0" sldId="264"/>
            <ac:grpSpMk id="65" creationId="{91A01790-A025-9FDD-259D-E01BA0FA4DDB}"/>
          </ac:grpSpMkLst>
        </pc:grpChg>
        <pc:grpChg chg="mod">
          <ac:chgData name="Jin young Choi" userId="3348430de398f430" providerId="LiveId" clId="{D6AC804E-3741-4DD9-80FE-E274F04C4594}" dt="2026-08-17T15:52:11.136" v="4774" actId="1076"/>
          <ac:grpSpMkLst>
            <pc:docMk/>
            <pc:sldMk cId="0" sldId="264"/>
            <ac:grpSpMk id="68" creationId="{4E94C40B-6AB5-59C9-08B3-3912DCC97871}"/>
          </ac:grpSpMkLst>
        </pc:grpChg>
        <pc:picChg chg="add mod">
          <ac:chgData name="Jin young Choi" userId="3348430de398f430" providerId="LiveId" clId="{D6AC804E-3741-4DD9-80FE-E274F04C4594}" dt="2026-08-17T15:49:21.761" v="4744" actId="1076"/>
          <ac:picMkLst>
            <pc:docMk/>
            <pc:sldMk cId="0" sldId="264"/>
            <ac:picMk id="12" creationId="{E07573DF-C326-0D94-1192-23C8EC7F4485}"/>
          </ac:picMkLst>
        </pc:picChg>
        <pc:cxnChg chg="del mod">
          <ac:chgData name="Jin young Choi" userId="3348430de398f430" providerId="LiveId" clId="{D6AC804E-3741-4DD9-80FE-E274F04C4594}" dt="2026-08-17T15:49:08.237" v="4739" actId="478"/>
          <ac:cxnSpMkLst>
            <pc:docMk/>
            <pc:sldMk cId="0" sldId="264"/>
            <ac:cxnSpMk id="43" creationId="{7E0BE37A-56AD-12A4-C1CF-A5FB45E0CD7F}"/>
          </ac:cxnSpMkLst>
        </pc:cxnChg>
      </pc:sldChg>
      <pc:sldChg chg="modSp mod">
        <pc:chgData name="Jin young Choi" userId="3348430de398f430" providerId="LiveId" clId="{D6AC804E-3741-4DD9-80FE-E274F04C4594}" dt="2026-08-17T15:28:40.096" v="4591" actId="207"/>
        <pc:sldMkLst>
          <pc:docMk/>
          <pc:sldMk cId="0" sldId="265"/>
        </pc:sldMkLst>
        <pc:spChg chg="mod">
          <ac:chgData name="Jin young Choi" userId="3348430de398f430" providerId="LiveId" clId="{D6AC804E-3741-4DD9-80FE-E274F04C4594}" dt="2026-08-17T15:28:40.096" v="4591" actId="207"/>
          <ac:spMkLst>
            <pc:docMk/>
            <pc:sldMk cId="0" sldId="265"/>
            <ac:spMk id="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9:23.437" v="3252" actId="20577"/>
          <ac:spMkLst>
            <pc:docMk/>
            <pc:sldMk cId="0" sldId="265"/>
            <ac:spMk id="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8:02.744" v="4583" actId="207"/>
          <ac:spMkLst>
            <pc:docMk/>
            <pc:sldMk cId="0" sldId="265"/>
            <ac:spMk id="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8:02.744" v="4583" actId="207"/>
          <ac:spMkLst>
            <pc:docMk/>
            <pc:sldMk cId="0" sldId="265"/>
            <ac:spMk id="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8:02.744" v="4583" actId="207"/>
          <ac:spMkLst>
            <pc:docMk/>
            <pc:sldMk cId="0" sldId="265"/>
            <ac:spMk id="9" creationId="{00000000-0000-0000-0000-000000000000}"/>
          </ac:spMkLst>
        </pc:spChg>
      </pc:sldChg>
      <pc:sldChg chg="del">
        <pc:chgData name="Jin young Choi" userId="3348430de398f430" providerId="LiveId" clId="{D6AC804E-3741-4DD9-80FE-E274F04C4594}" dt="2026-08-17T14:18:48.572" v="3245" actId="47"/>
        <pc:sldMkLst>
          <pc:docMk/>
          <pc:sldMk cId="0" sldId="266"/>
        </pc:sldMkLst>
      </pc:sldChg>
      <pc:sldChg chg="addSp delSp modSp mod">
        <pc:chgData name="Jin young Choi" userId="3348430de398f430" providerId="LiveId" clId="{D6AC804E-3741-4DD9-80FE-E274F04C4594}" dt="2026-08-17T15:28:43.919" v="4592" actId="207"/>
        <pc:sldMkLst>
          <pc:docMk/>
          <pc:sldMk cId="0" sldId="267"/>
        </pc:sldMkLst>
        <pc:spChg chg="mod">
          <ac:chgData name="Jin young Choi" userId="3348430de398f430" providerId="LiveId" clId="{D6AC804E-3741-4DD9-80FE-E274F04C4594}" dt="2026-08-17T15:28:43.919" v="4592" actId="207"/>
          <ac:spMkLst>
            <pc:docMk/>
            <pc:sldMk cId="0" sldId="267"/>
            <ac:spMk id="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9:27.098" v="3254" actId="20577"/>
          <ac:spMkLst>
            <pc:docMk/>
            <pc:sldMk cId="0" sldId="267"/>
            <ac:spMk id="3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53:44.091" v="2497" actId="20577"/>
          <ac:spMkLst>
            <pc:docMk/>
            <pc:sldMk cId="0" sldId="267"/>
            <ac:spMk id="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15:38.916" v="757" actId="14100"/>
          <ac:spMkLst>
            <pc:docMk/>
            <pc:sldMk cId="0" sldId="267"/>
            <ac:spMk id="1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2:52:57.172" v="4" actId="207"/>
          <ac:spMkLst>
            <pc:docMk/>
            <pc:sldMk cId="0" sldId="267"/>
            <ac:spMk id="1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15:38.916" v="757" actId="14100"/>
          <ac:spMkLst>
            <pc:docMk/>
            <pc:sldMk cId="0" sldId="267"/>
            <ac:spMk id="1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15:43.082" v="758" actId="1076"/>
          <ac:spMkLst>
            <pc:docMk/>
            <pc:sldMk cId="0" sldId="267"/>
            <ac:spMk id="1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15:43.082" v="758" actId="1076"/>
          <ac:spMkLst>
            <pc:docMk/>
            <pc:sldMk cId="0" sldId="267"/>
            <ac:spMk id="14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35:17.789" v="1239" actId="164"/>
          <ac:spMkLst>
            <pc:docMk/>
            <pc:sldMk cId="0" sldId="267"/>
            <ac:spMk id="1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35:17.789" v="1239" actId="164"/>
          <ac:spMkLst>
            <pc:docMk/>
            <pc:sldMk cId="0" sldId="267"/>
            <ac:spMk id="1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35:17.789" v="1239" actId="164"/>
          <ac:spMkLst>
            <pc:docMk/>
            <pc:sldMk cId="0" sldId="267"/>
            <ac:spMk id="1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35:17.789" v="1239" actId="164"/>
          <ac:spMkLst>
            <pc:docMk/>
            <pc:sldMk cId="0" sldId="267"/>
            <ac:spMk id="1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16:17.779" v="765" actId="14100"/>
          <ac:spMkLst>
            <pc:docMk/>
            <pc:sldMk cId="0" sldId="267"/>
            <ac:spMk id="2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35:17.789" v="1239" actId="164"/>
          <ac:spMkLst>
            <pc:docMk/>
            <pc:sldMk cId="0" sldId="267"/>
            <ac:spMk id="21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18:54.551" v="829" actId="478"/>
          <ac:spMkLst>
            <pc:docMk/>
            <pc:sldMk cId="0" sldId="267"/>
            <ac:spMk id="22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18:54.551" v="829" actId="478"/>
          <ac:spMkLst>
            <pc:docMk/>
            <pc:sldMk cId="0" sldId="267"/>
            <ac:spMk id="23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18:54.551" v="829" actId="478"/>
          <ac:spMkLst>
            <pc:docMk/>
            <pc:sldMk cId="0" sldId="267"/>
            <ac:spMk id="24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28:34.967" v="1141" actId="478"/>
          <ac:spMkLst>
            <pc:docMk/>
            <pc:sldMk cId="0" sldId="267"/>
            <ac:spMk id="25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28:34.967" v="1141" actId="478"/>
          <ac:spMkLst>
            <pc:docMk/>
            <pc:sldMk cId="0" sldId="267"/>
            <ac:spMk id="26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28:34.967" v="1141" actId="478"/>
          <ac:spMkLst>
            <pc:docMk/>
            <pc:sldMk cId="0" sldId="267"/>
            <ac:spMk id="2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0:24.571" v="2738" actId="20577"/>
          <ac:spMkLst>
            <pc:docMk/>
            <pc:sldMk cId="0" sldId="267"/>
            <ac:spMk id="2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28:38.674" v="1142" actId="1076"/>
          <ac:spMkLst>
            <pc:docMk/>
            <pc:sldMk cId="0" sldId="267"/>
            <ac:spMk id="2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29:03.139" v="1155" actId="6549"/>
          <ac:spMkLst>
            <pc:docMk/>
            <pc:sldMk cId="0" sldId="267"/>
            <ac:spMk id="3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30:57.770" v="1196" actId="1076"/>
          <ac:spMkLst>
            <pc:docMk/>
            <pc:sldMk cId="0" sldId="267"/>
            <ac:spMk id="3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30:57.770" v="1196" actId="1076"/>
          <ac:spMkLst>
            <pc:docMk/>
            <pc:sldMk cId="0" sldId="267"/>
            <ac:spMk id="3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30:57.770" v="1196" actId="1076"/>
          <ac:spMkLst>
            <pc:docMk/>
            <pc:sldMk cId="0" sldId="267"/>
            <ac:spMk id="3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57:18.915" v="2638"/>
          <ac:spMkLst>
            <pc:docMk/>
            <pc:sldMk cId="0" sldId="267"/>
            <ac:spMk id="3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54:23.716" v="2568" actId="20577"/>
          <ac:spMkLst>
            <pc:docMk/>
            <pc:sldMk cId="0" sldId="267"/>
            <ac:spMk id="36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55:53.170" v="2570" actId="20577"/>
          <ac:spMkLst>
            <pc:docMk/>
            <pc:sldMk cId="0" sldId="267"/>
            <ac:spMk id="37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56:27.106" v="2601"/>
          <ac:spMkLst>
            <pc:docMk/>
            <pc:sldMk cId="0" sldId="267"/>
            <ac:spMk id="38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57:40.963" v="2699"/>
          <ac:spMkLst>
            <pc:docMk/>
            <pc:sldMk cId="0" sldId="267"/>
            <ac:spMk id="39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55:59.154" v="2572" actId="20577"/>
          <ac:spMkLst>
            <pc:docMk/>
            <pc:sldMk cId="0" sldId="267"/>
            <ac:spMk id="4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59:34.232" v="2730" actId="6549"/>
          <ac:spMkLst>
            <pc:docMk/>
            <pc:sldMk cId="0" sldId="267"/>
            <ac:spMk id="4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56:42.734" v="2603"/>
          <ac:spMkLst>
            <pc:docMk/>
            <pc:sldMk cId="0" sldId="267"/>
            <ac:spMk id="42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35:17.789" v="1239" actId="164"/>
          <ac:spMkLst>
            <pc:docMk/>
            <pc:sldMk cId="0" sldId="267"/>
            <ac:spMk id="43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24:11.682" v="993"/>
          <ac:spMkLst>
            <pc:docMk/>
            <pc:sldMk cId="0" sldId="267"/>
            <ac:spMk id="44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35:17.789" v="1239" actId="164"/>
          <ac:spMkLst>
            <pc:docMk/>
            <pc:sldMk cId="0" sldId="267"/>
            <ac:spMk id="45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25:50.391" v="1038" actId="478"/>
          <ac:spMkLst>
            <pc:docMk/>
            <pc:sldMk cId="0" sldId="267"/>
            <ac:spMk id="46" creationId="{00000000-0000-0000-0000-000000000000}"/>
          </ac:spMkLst>
        </pc:spChg>
        <pc:spChg chg="add del mod">
          <ac:chgData name="Jin young Choi" userId="3348430de398f430" providerId="LiveId" clId="{D6AC804E-3741-4DD9-80FE-E274F04C4594}" dt="2026-08-17T13:25:50.391" v="1038" actId="478"/>
          <ac:spMkLst>
            <pc:docMk/>
            <pc:sldMk cId="0" sldId="267"/>
            <ac:spMk id="47" creationId="{00000000-0000-0000-0000-000000000000}"/>
          </ac:spMkLst>
        </pc:spChg>
        <pc:spChg chg="add del mod">
          <ac:chgData name="Jin young Choi" userId="3348430de398f430" providerId="LiveId" clId="{D6AC804E-3741-4DD9-80FE-E274F04C4594}" dt="2026-08-17T13:25:50.391" v="1038" actId="478"/>
          <ac:spMkLst>
            <pc:docMk/>
            <pc:sldMk cId="0" sldId="267"/>
            <ac:spMk id="48" creationId="{00000000-0000-0000-0000-000000000000}"/>
          </ac:spMkLst>
        </pc:spChg>
        <pc:spChg chg="add del mod">
          <ac:chgData name="Jin young Choi" userId="3348430de398f430" providerId="LiveId" clId="{D6AC804E-3741-4DD9-80FE-E274F04C4594}" dt="2026-08-17T13:25:50.391" v="1038" actId="478"/>
          <ac:spMkLst>
            <pc:docMk/>
            <pc:sldMk cId="0" sldId="267"/>
            <ac:spMk id="49" creationId="{533F0792-96A5-5E78-84FF-BEB26920FD5F}"/>
          </ac:spMkLst>
        </pc:spChg>
        <pc:spChg chg="add del mod">
          <ac:chgData name="Jin young Choi" userId="3348430de398f430" providerId="LiveId" clId="{D6AC804E-3741-4DD9-80FE-E274F04C4594}" dt="2026-08-17T13:25:50.391" v="1038" actId="478"/>
          <ac:spMkLst>
            <pc:docMk/>
            <pc:sldMk cId="0" sldId="267"/>
            <ac:spMk id="50" creationId="{EC054646-3592-0628-1171-8D8872237115}"/>
          </ac:spMkLst>
        </pc:spChg>
        <pc:spChg chg="add del mod">
          <ac:chgData name="Jin young Choi" userId="3348430de398f430" providerId="LiveId" clId="{D6AC804E-3741-4DD9-80FE-E274F04C4594}" dt="2026-08-17T13:25:50.391" v="1038" actId="478"/>
          <ac:spMkLst>
            <pc:docMk/>
            <pc:sldMk cId="0" sldId="267"/>
            <ac:spMk id="51" creationId="{99EBC4FF-F41E-7C9F-1B2F-B58EC60388FC}"/>
          </ac:spMkLst>
        </pc:spChg>
        <pc:spChg chg="add del">
          <ac:chgData name="Jin young Choi" userId="3348430de398f430" providerId="LiveId" clId="{D6AC804E-3741-4DD9-80FE-E274F04C4594}" dt="2026-08-17T13:57:26.315" v="2640" actId="22"/>
          <ac:spMkLst>
            <pc:docMk/>
            <pc:sldMk cId="0" sldId="267"/>
            <ac:spMk id="54" creationId="{CD1B743F-3C7F-2147-D044-6D16F1B557B1}"/>
          </ac:spMkLst>
        </pc:spChg>
      </pc:sldChg>
      <pc:sldChg chg="addSp delSp modSp mod">
        <pc:chgData name="Jin young Choi" userId="3348430de398f430" providerId="LiveId" clId="{D6AC804E-3741-4DD9-80FE-E274F04C4594}" dt="2026-08-17T14:19:44.196" v="3256" actId="207"/>
        <pc:sldMkLst>
          <pc:docMk/>
          <pc:sldMk cId="0" sldId="268"/>
        </pc:sldMkLst>
        <pc:spChg chg="mod">
          <ac:chgData name="Jin young Choi" userId="3348430de398f430" providerId="LiveId" clId="{D6AC804E-3741-4DD9-80FE-E274F04C4594}" dt="2026-08-17T14:19:44.196" v="3256" actId="207"/>
          <ac:spMkLst>
            <pc:docMk/>
            <pc:sldMk cId="0" sldId="268"/>
            <ac:spMk id="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2:58:13.501" v="195" actId="207"/>
          <ac:spMkLst>
            <pc:docMk/>
            <pc:sldMk cId="0" sldId="268"/>
            <ac:spMk id="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2:58:17.435" v="197" actId="207"/>
          <ac:spMkLst>
            <pc:docMk/>
            <pc:sldMk cId="0" sldId="268"/>
            <ac:spMk id="4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2:58:20.458" v="198" actId="478"/>
          <ac:spMkLst>
            <pc:docMk/>
            <pc:sldMk cId="0" sldId="268"/>
            <ac:spMk id="5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3:32:30.375" v="1201" actId="21"/>
          <ac:spMkLst>
            <pc:docMk/>
            <pc:sldMk cId="0" sldId="268"/>
            <ac:spMk id="11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3:32:30.375" v="1201" actId="21"/>
          <ac:spMkLst>
            <pc:docMk/>
            <pc:sldMk cId="0" sldId="268"/>
            <ac:spMk id="12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3:32:30.375" v="1201" actId="21"/>
          <ac:spMkLst>
            <pc:docMk/>
            <pc:sldMk cId="0" sldId="268"/>
            <ac:spMk id="13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37:59.525" v="1276" actId="20577"/>
          <ac:spMkLst>
            <pc:docMk/>
            <pc:sldMk cId="0" sldId="268"/>
            <ac:spMk id="14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35:36.786" v="1250"/>
          <ac:spMkLst>
            <pc:docMk/>
            <pc:sldMk cId="0" sldId="268"/>
            <ac:spMk id="1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33:14.050" v="1207" actId="1076"/>
          <ac:spMkLst>
            <pc:docMk/>
            <pc:sldMk cId="0" sldId="268"/>
            <ac:spMk id="16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33:14.050" v="1207" actId="1076"/>
          <ac:spMkLst>
            <pc:docMk/>
            <pc:sldMk cId="0" sldId="268"/>
            <ac:spMk id="1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33:14.050" v="1207" actId="1076"/>
          <ac:spMkLst>
            <pc:docMk/>
            <pc:sldMk cId="0" sldId="268"/>
            <ac:spMk id="1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35:04.889" v="1237" actId="20577"/>
          <ac:spMkLst>
            <pc:docMk/>
            <pc:sldMk cId="0" sldId="268"/>
            <ac:spMk id="1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2:58:38.138" v="201" actId="1076"/>
          <ac:spMkLst>
            <pc:docMk/>
            <pc:sldMk cId="0" sldId="268"/>
            <ac:spMk id="2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2:59:27.153" v="224"/>
          <ac:spMkLst>
            <pc:docMk/>
            <pc:sldMk cId="0" sldId="268"/>
            <ac:spMk id="2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33:41.338" v="1217" actId="20577"/>
          <ac:spMkLst>
            <pc:docMk/>
            <pc:sldMk cId="0" sldId="268"/>
            <ac:spMk id="22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32:30.375" v="1201" actId="21"/>
          <ac:spMkLst>
            <pc:docMk/>
            <pc:sldMk cId="0" sldId="268"/>
            <ac:spMk id="23" creationId="{790868E7-2F3C-9A3B-16A8-482BE4A929C4}"/>
          </ac:spMkLst>
        </pc:spChg>
        <pc:spChg chg="del">
          <ac:chgData name="Jin young Choi" userId="3348430de398f430" providerId="LiveId" clId="{D6AC804E-3741-4DD9-80FE-E274F04C4594}" dt="2026-08-17T13:01:39.896" v="313" actId="21"/>
          <ac:spMkLst>
            <pc:docMk/>
            <pc:sldMk cId="0" sldId="268"/>
            <ac:spMk id="26" creationId="{EDAD005E-1016-BE24-BE80-ECED81496116}"/>
          </ac:spMkLst>
        </pc:spChg>
        <pc:spChg chg="del">
          <ac:chgData name="Jin young Choi" userId="3348430de398f430" providerId="LiveId" clId="{D6AC804E-3741-4DD9-80FE-E274F04C4594}" dt="2026-08-17T13:01:39.896" v="313" actId="21"/>
          <ac:spMkLst>
            <pc:docMk/>
            <pc:sldMk cId="0" sldId="268"/>
            <ac:spMk id="28" creationId="{FFA158E6-658A-AC1F-0B5D-15716DAA1F33}"/>
          </ac:spMkLst>
        </pc:spChg>
        <pc:spChg chg="del">
          <ac:chgData name="Jin young Choi" userId="3348430de398f430" providerId="LiveId" clId="{D6AC804E-3741-4DD9-80FE-E274F04C4594}" dt="2026-08-17T13:01:39.896" v="313" actId="21"/>
          <ac:spMkLst>
            <pc:docMk/>
            <pc:sldMk cId="0" sldId="268"/>
            <ac:spMk id="29" creationId="{382FCC28-8A06-2DFF-9338-FD96460E3DFB}"/>
          </ac:spMkLst>
        </pc:spChg>
        <pc:spChg chg="del">
          <ac:chgData name="Jin young Choi" userId="3348430de398f430" providerId="LiveId" clId="{D6AC804E-3741-4DD9-80FE-E274F04C4594}" dt="2026-08-17T13:01:39.896" v="313" actId="21"/>
          <ac:spMkLst>
            <pc:docMk/>
            <pc:sldMk cId="0" sldId="268"/>
            <ac:spMk id="30" creationId="{FAE3D173-980D-57FF-35CC-66027568CEDD}"/>
          </ac:spMkLst>
        </pc:spChg>
        <pc:spChg chg="del">
          <ac:chgData name="Jin young Choi" userId="3348430de398f430" providerId="LiveId" clId="{D6AC804E-3741-4DD9-80FE-E274F04C4594}" dt="2026-08-17T13:01:39.896" v="313" actId="21"/>
          <ac:spMkLst>
            <pc:docMk/>
            <pc:sldMk cId="0" sldId="268"/>
            <ac:spMk id="31" creationId="{B6E0E18D-1873-FCCC-C634-77D9B1A5A9CE}"/>
          </ac:spMkLst>
        </pc:spChg>
        <pc:spChg chg="del">
          <ac:chgData name="Jin young Choi" userId="3348430de398f430" providerId="LiveId" clId="{D6AC804E-3741-4DD9-80FE-E274F04C4594}" dt="2026-08-17T13:01:39.896" v="313" actId="21"/>
          <ac:spMkLst>
            <pc:docMk/>
            <pc:sldMk cId="0" sldId="268"/>
            <ac:spMk id="33" creationId="{DB5C1E51-AC63-A7F0-A100-AE55EC4C5BF5}"/>
          </ac:spMkLst>
        </pc:spChg>
        <pc:spChg chg="mod">
          <ac:chgData name="Jin young Choi" userId="3348430de398f430" providerId="LiveId" clId="{D6AC804E-3741-4DD9-80FE-E274F04C4594}" dt="2026-08-17T12:58:33.769" v="200" actId="1076"/>
          <ac:spMkLst>
            <pc:docMk/>
            <pc:sldMk cId="0" sldId="268"/>
            <ac:spMk id="37" creationId="{E1B3AAB0-1DDB-F180-EDFA-E5506F46942E}"/>
          </ac:spMkLst>
        </pc:spChg>
        <pc:spChg chg="mod">
          <ac:chgData name="Jin young Choi" userId="3348430de398f430" providerId="LiveId" clId="{D6AC804E-3741-4DD9-80FE-E274F04C4594}" dt="2026-08-17T12:58:33.769" v="200" actId="1076"/>
          <ac:spMkLst>
            <pc:docMk/>
            <pc:sldMk cId="0" sldId="268"/>
            <ac:spMk id="40" creationId="{B88F2486-C48F-8B38-6D51-DD85C729444E}"/>
          </ac:spMkLst>
        </pc:spChg>
        <pc:spChg chg="del">
          <ac:chgData name="Jin young Choi" userId="3348430de398f430" providerId="LiveId" clId="{D6AC804E-3741-4DD9-80FE-E274F04C4594}" dt="2026-08-17T13:01:39.896" v="313" actId="21"/>
          <ac:spMkLst>
            <pc:docMk/>
            <pc:sldMk cId="0" sldId="268"/>
            <ac:spMk id="41" creationId="{0C549107-1392-51C9-8AAB-1C7FE1F08C83}"/>
          </ac:spMkLst>
        </pc:spChg>
        <pc:spChg chg="del mod">
          <ac:chgData name="Jin young Choi" userId="3348430de398f430" providerId="LiveId" clId="{D6AC804E-3741-4DD9-80FE-E274F04C4594}" dt="2026-08-17T13:01:39.896" v="313" actId="21"/>
          <ac:spMkLst>
            <pc:docMk/>
            <pc:sldMk cId="0" sldId="268"/>
            <ac:spMk id="43" creationId="{E091882B-727E-A897-48F6-AF3201846B85}"/>
          </ac:spMkLst>
        </pc:spChg>
        <pc:spChg chg="del">
          <ac:chgData name="Jin young Choi" userId="3348430de398f430" providerId="LiveId" clId="{D6AC804E-3741-4DD9-80FE-E274F04C4594}" dt="2026-08-17T13:01:39.896" v="313" actId="21"/>
          <ac:spMkLst>
            <pc:docMk/>
            <pc:sldMk cId="0" sldId="268"/>
            <ac:spMk id="44" creationId="{B15C3324-A10E-7872-A686-B25D42C6A1A9}"/>
          </ac:spMkLst>
        </pc:spChg>
        <pc:spChg chg="del">
          <ac:chgData name="Jin young Choi" userId="3348430de398f430" providerId="LiveId" clId="{D6AC804E-3741-4DD9-80FE-E274F04C4594}" dt="2026-08-17T13:01:39.896" v="313" actId="21"/>
          <ac:spMkLst>
            <pc:docMk/>
            <pc:sldMk cId="0" sldId="268"/>
            <ac:spMk id="45" creationId="{59F109B4-32D2-8E93-D4D9-FFF00CB5BED8}"/>
          </ac:spMkLst>
        </pc:spChg>
        <pc:spChg chg="add mod">
          <ac:chgData name="Jin young Choi" userId="3348430de398f430" providerId="LiveId" clId="{D6AC804E-3741-4DD9-80FE-E274F04C4594}" dt="2026-08-17T13:00:17.610" v="258"/>
          <ac:spMkLst>
            <pc:docMk/>
            <pc:sldMk cId="0" sldId="268"/>
            <ac:spMk id="46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00:41.337" v="303" actId="20577"/>
          <ac:spMkLst>
            <pc:docMk/>
            <pc:sldMk cId="0" sldId="268"/>
            <ac:spMk id="47" creationId="{00000000-0000-0000-0000-000000000000}"/>
          </ac:spMkLst>
        </pc:spChg>
        <pc:spChg chg="add del mod">
          <ac:chgData name="Jin young Choi" userId="3348430de398f430" providerId="LiveId" clId="{D6AC804E-3741-4DD9-80FE-E274F04C4594}" dt="2026-08-17T13:00:59.147" v="306" actId="478"/>
          <ac:spMkLst>
            <pc:docMk/>
            <pc:sldMk cId="0" sldId="268"/>
            <ac:spMk id="48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33:37.564" v="1209" actId="164"/>
          <ac:spMkLst>
            <pc:docMk/>
            <pc:sldMk cId="0" sldId="268"/>
            <ac:spMk id="49" creationId="{1320032B-44DB-8FA1-B6B5-C4071EA80500}"/>
          </ac:spMkLst>
        </pc:spChg>
        <pc:spChg chg="add mod">
          <ac:chgData name="Jin young Choi" userId="3348430de398f430" providerId="LiveId" clId="{D6AC804E-3741-4DD9-80FE-E274F04C4594}" dt="2026-08-17T13:33:37.564" v="1209" actId="164"/>
          <ac:spMkLst>
            <pc:docMk/>
            <pc:sldMk cId="0" sldId="268"/>
            <ac:spMk id="51" creationId="{A7F0ECFC-4B2A-F5CE-7F88-00EAD9A1AEE5}"/>
          </ac:spMkLst>
        </pc:spChg>
        <pc:spChg chg="add mod">
          <ac:chgData name="Jin young Choi" userId="3348430de398f430" providerId="LiveId" clId="{D6AC804E-3741-4DD9-80FE-E274F04C4594}" dt="2026-08-17T13:33:37.564" v="1209" actId="164"/>
          <ac:spMkLst>
            <pc:docMk/>
            <pc:sldMk cId="0" sldId="268"/>
            <ac:spMk id="52" creationId="{05F01F2D-D691-E3F7-34A6-9B7A4953A411}"/>
          </ac:spMkLst>
        </pc:spChg>
        <pc:spChg chg="del">
          <ac:chgData name="Jin young Choi" userId="3348430de398f430" providerId="LiveId" clId="{D6AC804E-3741-4DD9-80FE-E274F04C4594}" dt="2026-08-17T13:32:30.375" v="1201" actId="21"/>
          <ac:spMkLst>
            <pc:docMk/>
            <pc:sldMk cId="0" sldId="268"/>
            <ac:spMk id="55" creationId="{D720DCF2-17B9-F084-3A94-D19F8D1CF119}"/>
          </ac:spMkLst>
        </pc:spChg>
        <pc:spChg chg="add mod">
          <ac:chgData name="Jin young Choi" userId="3348430de398f430" providerId="LiveId" clId="{D6AC804E-3741-4DD9-80FE-E274F04C4594}" dt="2026-08-17T13:33:37.564" v="1209" actId="164"/>
          <ac:spMkLst>
            <pc:docMk/>
            <pc:sldMk cId="0" sldId="268"/>
            <ac:spMk id="56" creationId="{967A6573-25C5-3DC3-3F35-D1F6269E42B5}"/>
          </ac:spMkLst>
        </pc:spChg>
        <pc:spChg chg="del">
          <ac:chgData name="Jin young Choi" userId="3348430de398f430" providerId="LiveId" clId="{D6AC804E-3741-4DD9-80FE-E274F04C4594}" dt="2026-08-17T13:32:30.375" v="1201" actId="21"/>
          <ac:spMkLst>
            <pc:docMk/>
            <pc:sldMk cId="0" sldId="268"/>
            <ac:spMk id="58" creationId="{60056E73-895F-B992-C4B5-F46149EE74EE}"/>
          </ac:spMkLst>
        </pc:spChg>
        <pc:spChg chg="add mod">
          <ac:chgData name="Jin young Choi" userId="3348430de398f430" providerId="LiveId" clId="{D6AC804E-3741-4DD9-80FE-E274F04C4594}" dt="2026-08-17T13:31:10.600" v="1198" actId="1076"/>
          <ac:spMkLst>
            <pc:docMk/>
            <pc:sldMk cId="0" sldId="268"/>
            <ac:spMk id="61" creationId="{C27BFC2A-B450-08CC-5462-5A731FD01BE2}"/>
          </ac:spMkLst>
        </pc:spChg>
        <pc:spChg chg="add mod">
          <ac:chgData name="Jin young Choi" userId="3348430de398f430" providerId="LiveId" clId="{D6AC804E-3741-4DD9-80FE-E274F04C4594}" dt="2026-08-17T13:33:37.564" v="1209" actId="164"/>
          <ac:spMkLst>
            <pc:docMk/>
            <pc:sldMk cId="0" sldId="268"/>
            <ac:spMk id="62" creationId="{80D1C28A-82A7-1E7D-EF85-D1FCCD16FEA3}"/>
          </ac:spMkLst>
        </pc:spChg>
        <pc:spChg chg="mod">
          <ac:chgData name="Jin young Choi" userId="3348430de398f430" providerId="LiveId" clId="{D6AC804E-3741-4DD9-80FE-E274F04C4594}" dt="2026-08-17T13:32:37.187" v="1202" actId="1076"/>
          <ac:spMkLst>
            <pc:docMk/>
            <pc:sldMk cId="0" sldId="268"/>
            <ac:spMk id="64" creationId="{A22508EE-E604-882C-01D4-E8DF92E984BE}"/>
          </ac:spMkLst>
        </pc:spChg>
        <pc:spChg chg="add mod">
          <ac:chgData name="Jin young Choi" userId="3348430de398f430" providerId="LiveId" clId="{D6AC804E-3741-4DD9-80FE-E274F04C4594}" dt="2026-08-17T13:33:37.564" v="1209" actId="164"/>
          <ac:spMkLst>
            <pc:docMk/>
            <pc:sldMk cId="0" sldId="268"/>
            <ac:spMk id="65" creationId="{BCB6AEA7-0642-2B9F-6870-D4503BCC46A1}"/>
          </ac:spMkLst>
        </pc:spChg>
        <pc:spChg chg="add mod">
          <ac:chgData name="Jin young Choi" userId="3348430de398f430" providerId="LiveId" clId="{D6AC804E-3741-4DD9-80FE-E274F04C4594}" dt="2026-08-17T13:33:37.564" v="1209" actId="164"/>
          <ac:spMkLst>
            <pc:docMk/>
            <pc:sldMk cId="0" sldId="268"/>
            <ac:spMk id="67" creationId="{8EF900F5-9CB1-5DAB-A102-0E9D8E96B4D9}"/>
          </ac:spMkLst>
        </pc:spChg>
        <pc:spChg chg="add mod">
          <ac:chgData name="Jin young Choi" userId="3348430de398f430" providerId="LiveId" clId="{D6AC804E-3741-4DD9-80FE-E274F04C4594}" dt="2026-08-17T13:33:37.564" v="1209" actId="164"/>
          <ac:spMkLst>
            <pc:docMk/>
            <pc:sldMk cId="0" sldId="268"/>
            <ac:spMk id="69" creationId="{B3A814C9-B44B-CE40-87DF-07BAF6BBA1CC}"/>
          </ac:spMkLst>
        </pc:spChg>
        <pc:spChg chg="add mod">
          <ac:chgData name="Jin young Choi" userId="3348430de398f430" providerId="LiveId" clId="{D6AC804E-3741-4DD9-80FE-E274F04C4594}" dt="2026-08-17T13:33:37.564" v="1209" actId="164"/>
          <ac:spMkLst>
            <pc:docMk/>
            <pc:sldMk cId="0" sldId="268"/>
            <ac:spMk id="72" creationId="{61002BC0-37B9-7081-6F98-21C1E46FB3DB}"/>
          </ac:spMkLst>
        </pc:spChg>
        <pc:spChg chg="add mod">
          <ac:chgData name="Jin young Choi" userId="3348430de398f430" providerId="LiveId" clId="{D6AC804E-3741-4DD9-80FE-E274F04C4594}" dt="2026-08-17T13:34:47.169" v="1235" actId="20577"/>
          <ac:spMkLst>
            <pc:docMk/>
            <pc:sldMk cId="0" sldId="268"/>
            <ac:spMk id="76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32:41.661" v="1204" actId="1076"/>
          <ac:spMkLst>
            <pc:docMk/>
            <pc:sldMk cId="0" sldId="268"/>
            <ac:spMk id="77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32:41.661" v="1204" actId="1076"/>
          <ac:spMkLst>
            <pc:docMk/>
            <pc:sldMk cId="0" sldId="268"/>
            <ac:spMk id="78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32:41.661" v="1204" actId="1076"/>
          <ac:spMkLst>
            <pc:docMk/>
            <pc:sldMk cId="0" sldId="268"/>
            <ac:spMk id="79" creationId="{790868E7-2F3C-9A3B-16A8-482BE4A929C4}"/>
          </ac:spMkLst>
        </pc:spChg>
        <pc:spChg chg="add mod">
          <ac:chgData name="Jin young Choi" userId="3348430de398f430" providerId="LiveId" clId="{D6AC804E-3741-4DD9-80FE-E274F04C4594}" dt="2026-08-17T13:33:37.564" v="1209" actId="164"/>
          <ac:spMkLst>
            <pc:docMk/>
            <pc:sldMk cId="0" sldId="268"/>
            <ac:spMk id="80" creationId="{D720DCF2-17B9-F084-3A94-D19F8D1CF119}"/>
          </ac:spMkLst>
        </pc:spChg>
        <pc:spChg chg="add mod">
          <ac:chgData name="Jin young Choi" userId="3348430de398f430" providerId="LiveId" clId="{D6AC804E-3741-4DD9-80FE-E274F04C4594}" dt="2026-08-17T13:32:41.661" v="1204" actId="1076"/>
          <ac:spMkLst>
            <pc:docMk/>
            <pc:sldMk cId="0" sldId="268"/>
            <ac:spMk id="81" creationId="{60056E73-895F-B992-C4B5-F46149EE74EE}"/>
          </ac:spMkLst>
        </pc:spChg>
        <pc:spChg chg="add mod">
          <ac:chgData name="Jin young Choi" userId="3348430de398f430" providerId="LiveId" clId="{D6AC804E-3741-4DD9-80FE-E274F04C4594}" dt="2026-08-17T13:33:01.477" v="1206" actId="1076"/>
          <ac:spMkLst>
            <pc:docMk/>
            <pc:sldMk cId="0" sldId="268"/>
            <ac:spMk id="82" creationId="{94020A48-372F-0648-DDCE-EE67ED2E7970}"/>
          </ac:spMkLst>
        </pc:spChg>
        <pc:spChg chg="mod">
          <ac:chgData name="Jin young Choi" userId="3348430de398f430" providerId="LiveId" clId="{D6AC804E-3741-4DD9-80FE-E274F04C4594}" dt="2026-08-17T13:35:20.347" v="1240"/>
          <ac:spMkLst>
            <pc:docMk/>
            <pc:sldMk cId="0" sldId="268"/>
            <ac:spMk id="86" creationId="{A5F698B5-665E-5317-CE54-62322FF5D9CC}"/>
          </ac:spMkLst>
        </pc:spChg>
        <pc:spChg chg="mod">
          <ac:chgData name="Jin young Choi" userId="3348430de398f430" providerId="LiveId" clId="{D6AC804E-3741-4DD9-80FE-E274F04C4594}" dt="2026-08-17T13:35:20.347" v="1240"/>
          <ac:spMkLst>
            <pc:docMk/>
            <pc:sldMk cId="0" sldId="268"/>
            <ac:spMk id="87" creationId="{A2266387-AD75-A070-F38D-1C95F0CDD7CC}"/>
          </ac:spMkLst>
        </pc:spChg>
        <pc:spChg chg="mod">
          <ac:chgData name="Jin young Choi" userId="3348430de398f430" providerId="LiveId" clId="{D6AC804E-3741-4DD9-80FE-E274F04C4594}" dt="2026-08-17T13:35:20.347" v="1240"/>
          <ac:spMkLst>
            <pc:docMk/>
            <pc:sldMk cId="0" sldId="268"/>
            <ac:spMk id="89" creationId="{7AF2ADA7-1624-1E30-A501-637F7091C9DC}"/>
          </ac:spMkLst>
        </pc:spChg>
        <pc:spChg chg="mod">
          <ac:chgData name="Jin young Choi" userId="3348430de398f430" providerId="LiveId" clId="{D6AC804E-3741-4DD9-80FE-E274F04C4594}" dt="2026-08-17T13:35:20.347" v="1240"/>
          <ac:spMkLst>
            <pc:docMk/>
            <pc:sldMk cId="0" sldId="268"/>
            <ac:spMk id="90" creationId="{CBA9841A-8DC9-0FF9-A514-FD882EB3017E}"/>
          </ac:spMkLst>
        </pc:spChg>
        <pc:spChg chg="mod">
          <ac:chgData name="Jin young Choi" userId="3348430de398f430" providerId="LiveId" clId="{D6AC804E-3741-4DD9-80FE-E274F04C4594}" dt="2026-08-17T13:35:20.347" v="1240"/>
          <ac:spMkLst>
            <pc:docMk/>
            <pc:sldMk cId="0" sldId="268"/>
            <ac:spMk id="92" creationId="{84972075-10C7-8346-0309-442E48C53157}"/>
          </ac:spMkLst>
        </pc:spChg>
        <pc:spChg chg="mod">
          <ac:chgData name="Jin young Choi" userId="3348430de398f430" providerId="LiveId" clId="{D6AC804E-3741-4DD9-80FE-E274F04C4594}" dt="2026-08-17T13:35:20.347" v="1240"/>
          <ac:spMkLst>
            <pc:docMk/>
            <pc:sldMk cId="0" sldId="268"/>
            <ac:spMk id="94" creationId="{D2600846-203A-7AC5-2215-C998BEE7E2FB}"/>
          </ac:spMkLst>
        </pc:spChg>
        <pc:spChg chg="mod">
          <ac:chgData name="Jin young Choi" userId="3348430de398f430" providerId="LiveId" clId="{D6AC804E-3741-4DD9-80FE-E274F04C4594}" dt="2026-08-17T13:35:20.347" v="1240"/>
          <ac:spMkLst>
            <pc:docMk/>
            <pc:sldMk cId="0" sldId="268"/>
            <ac:spMk id="97" creationId="{9C197111-7E81-AE50-A4F3-451CC251C2EC}"/>
          </ac:spMkLst>
        </pc:spChg>
        <pc:spChg chg="mod">
          <ac:chgData name="Jin young Choi" userId="3348430de398f430" providerId="LiveId" clId="{D6AC804E-3741-4DD9-80FE-E274F04C4594}" dt="2026-08-17T13:35:20.347" v="1240"/>
          <ac:spMkLst>
            <pc:docMk/>
            <pc:sldMk cId="0" sldId="268"/>
            <ac:spMk id="103" creationId="{00118789-E43E-9608-E5C8-B7D9304C9E51}"/>
          </ac:spMkLst>
        </pc:spChg>
        <pc:spChg chg="mod">
          <ac:chgData name="Jin young Choi" userId="3348430de398f430" providerId="LiveId" clId="{D6AC804E-3741-4DD9-80FE-E274F04C4594}" dt="2026-08-17T13:35:20.347" v="1240"/>
          <ac:spMkLst>
            <pc:docMk/>
            <pc:sldMk cId="0" sldId="268"/>
            <ac:spMk id="105" creationId="{D74A090D-1DF8-BE8F-6EF4-A2C7AD53872E}"/>
          </ac:spMkLst>
        </pc:spChg>
        <pc:spChg chg="mod">
          <ac:chgData name="Jin young Choi" userId="3348430de398f430" providerId="LiveId" clId="{D6AC804E-3741-4DD9-80FE-E274F04C4594}" dt="2026-08-17T13:35:20.347" v="1240"/>
          <ac:spMkLst>
            <pc:docMk/>
            <pc:sldMk cId="0" sldId="268"/>
            <ac:spMk id="106" creationId="{F458BD65-646D-F5B1-2765-452A73F44FBB}"/>
          </ac:spMkLst>
        </pc:spChg>
        <pc:grpChg chg="del">
          <ac:chgData name="Jin young Choi" userId="3348430de398f430" providerId="LiveId" clId="{D6AC804E-3741-4DD9-80FE-E274F04C4594}" dt="2026-08-17T13:35:09.607" v="1238" actId="478"/>
          <ac:grpSpMkLst>
            <pc:docMk/>
            <pc:sldMk cId="0" sldId="268"/>
            <ac:grpSpMk id="83" creationId="{A4052EEB-A451-BFA6-183F-7730CFF0646F}"/>
          </ac:grpSpMkLst>
        </pc:grpChg>
        <pc:grpChg chg="del mod">
          <ac:chgData name="Jin young Choi" userId="3348430de398f430" providerId="LiveId" clId="{D6AC804E-3741-4DD9-80FE-E274F04C4594}" dt="2026-08-17T13:37:18.892" v="1265" actId="21"/>
          <ac:grpSpMkLst>
            <pc:docMk/>
            <pc:sldMk cId="0" sldId="268"/>
            <ac:grpSpMk id="84" creationId="{2F65C483-DFE9-4D0A-F8EA-4AD31FE276AF}"/>
          </ac:grpSpMkLst>
        </pc:grpChg>
      </pc:sldChg>
      <pc:sldChg chg="addSp delSp modSp mod">
        <pc:chgData name="Jin young Choi" userId="3348430de398f430" providerId="LiveId" clId="{D6AC804E-3741-4DD9-80FE-E274F04C4594}" dt="2026-08-17T14:19:39.426" v="3255" actId="207"/>
        <pc:sldMkLst>
          <pc:docMk/>
          <pc:sldMk cId="0" sldId="269"/>
        </pc:sldMkLst>
        <pc:spChg chg="mod">
          <ac:chgData name="Jin young Choi" userId="3348430de398f430" providerId="LiveId" clId="{D6AC804E-3741-4DD9-80FE-E274F04C4594}" dt="2026-08-17T14:19:39.426" v="3255" actId="207"/>
          <ac:spMkLst>
            <pc:docMk/>
            <pc:sldMk cId="0" sldId="269"/>
            <ac:spMk id="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01:17.330" v="309" actId="207"/>
          <ac:spMkLst>
            <pc:docMk/>
            <pc:sldMk cId="0" sldId="269"/>
            <ac:spMk id="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01:20.360" v="310" actId="207"/>
          <ac:spMkLst>
            <pc:docMk/>
            <pc:sldMk cId="0" sldId="269"/>
            <ac:spMk id="4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2:59:34.602" v="225" actId="21"/>
          <ac:spMkLst>
            <pc:docMk/>
            <pc:sldMk cId="0" sldId="269"/>
            <ac:spMk id="7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2:59:34.602" v="225" actId="21"/>
          <ac:spMkLst>
            <pc:docMk/>
            <pc:sldMk cId="0" sldId="269"/>
            <ac:spMk id="8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2:59:34.602" v="225" actId="21"/>
          <ac:spMkLst>
            <pc:docMk/>
            <pc:sldMk cId="0" sldId="269"/>
            <ac:spMk id="9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2:59:34.602" v="225" actId="21"/>
          <ac:spMkLst>
            <pc:docMk/>
            <pc:sldMk cId="0" sldId="269"/>
            <ac:spMk id="1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38:05.153" v="1280" actId="20577"/>
          <ac:spMkLst>
            <pc:docMk/>
            <pc:sldMk cId="0" sldId="269"/>
            <ac:spMk id="1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02:18.561" v="332" actId="6549"/>
          <ac:spMkLst>
            <pc:docMk/>
            <pc:sldMk cId="0" sldId="269"/>
            <ac:spMk id="1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37:33.051" v="1270" actId="1076"/>
          <ac:spMkLst>
            <pc:docMk/>
            <pc:sldMk cId="0" sldId="269"/>
            <ac:spMk id="1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02:59.014" v="401" actId="20577"/>
          <ac:spMkLst>
            <pc:docMk/>
            <pc:sldMk cId="0" sldId="269"/>
            <ac:spMk id="14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38:33.359" v="1286" actId="20577"/>
          <ac:spMkLst>
            <pc:docMk/>
            <pc:sldMk cId="0" sldId="269"/>
            <ac:spMk id="1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03:44.706" v="465" actId="20577"/>
          <ac:spMkLst>
            <pc:docMk/>
            <pc:sldMk cId="0" sldId="269"/>
            <ac:spMk id="16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05:31.981" v="617" actId="20577"/>
          <ac:spMkLst>
            <pc:docMk/>
            <pc:sldMk cId="0" sldId="269"/>
            <ac:spMk id="1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05:53.190" v="618" actId="20577"/>
          <ac:spMkLst>
            <pc:docMk/>
            <pc:sldMk cId="0" sldId="269"/>
            <ac:spMk id="1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38:40.016" v="1290" actId="6549"/>
          <ac:spMkLst>
            <pc:docMk/>
            <pc:sldMk cId="0" sldId="269"/>
            <ac:spMk id="1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43:13.123" v="1636"/>
          <ac:spMkLst>
            <pc:docMk/>
            <pc:sldMk cId="0" sldId="269"/>
            <ac:spMk id="2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07:01.107" v="716" actId="27636"/>
          <ac:spMkLst>
            <pc:docMk/>
            <pc:sldMk cId="0" sldId="269"/>
            <ac:spMk id="21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12:12.582" v="717" actId="478"/>
          <ac:spMkLst>
            <pc:docMk/>
            <pc:sldMk cId="0" sldId="269"/>
            <ac:spMk id="22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39:22.175" v="1294" actId="1076"/>
          <ac:spMkLst>
            <pc:docMk/>
            <pc:sldMk cId="0" sldId="269"/>
            <ac:spMk id="23" creationId="{00000000-0000-0000-0000-000000000000}"/>
          </ac:spMkLst>
        </pc:spChg>
        <pc:spChg chg="add del mod">
          <ac:chgData name="Jin young Choi" userId="3348430de398f430" providerId="LiveId" clId="{D6AC804E-3741-4DD9-80FE-E274F04C4594}" dt="2026-08-17T13:37:31.117" v="1268" actId="478"/>
          <ac:spMkLst>
            <pc:docMk/>
            <pc:sldMk cId="0" sldId="269"/>
            <ac:spMk id="24" creationId="{CF7D780E-3F30-F52C-2C4D-655AD152339C}"/>
          </ac:spMkLst>
        </pc:spChg>
        <pc:spChg chg="del">
          <ac:chgData name="Jin young Choi" userId="3348430de398f430" providerId="LiveId" clId="{D6AC804E-3741-4DD9-80FE-E274F04C4594}" dt="2026-08-17T13:37:39.153" v="1272" actId="478"/>
          <ac:spMkLst>
            <pc:docMk/>
            <pc:sldMk cId="0" sldId="269"/>
            <ac:spMk id="26" creationId="{EDAD005E-1016-BE24-BE80-ECED81496116}"/>
          </ac:spMkLst>
        </pc:spChg>
        <pc:spChg chg="del">
          <ac:chgData name="Jin young Choi" userId="3348430de398f430" providerId="LiveId" clId="{D6AC804E-3741-4DD9-80FE-E274F04C4594}" dt="2026-08-17T13:37:36.572" v="1271" actId="478"/>
          <ac:spMkLst>
            <pc:docMk/>
            <pc:sldMk cId="0" sldId="269"/>
            <ac:spMk id="27" creationId="{3FF64779-AA09-A7C2-CE2B-A5D69691985A}"/>
          </ac:spMkLst>
        </pc:spChg>
        <pc:spChg chg="add del mod">
          <ac:chgData name="Jin young Choi" userId="3348430de398f430" providerId="LiveId" clId="{D6AC804E-3741-4DD9-80FE-E274F04C4594}" dt="2026-08-17T13:37:31.117" v="1268" actId="478"/>
          <ac:spMkLst>
            <pc:docMk/>
            <pc:sldMk cId="0" sldId="269"/>
            <ac:spMk id="28" creationId="{FFA158E6-658A-AC1F-0B5D-15716DAA1F33}"/>
          </ac:spMkLst>
        </pc:spChg>
        <pc:spChg chg="add del mod">
          <ac:chgData name="Jin young Choi" userId="3348430de398f430" providerId="LiveId" clId="{D6AC804E-3741-4DD9-80FE-E274F04C4594}" dt="2026-08-17T13:37:39.153" v="1272" actId="478"/>
          <ac:spMkLst>
            <pc:docMk/>
            <pc:sldMk cId="0" sldId="269"/>
            <ac:spMk id="29" creationId="{382FCC28-8A06-2DFF-9338-FD96460E3DFB}"/>
          </ac:spMkLst>
        </pc:spChg>
        <pc:spChg chg="del">
          <ac:chgData name="Jin young Choi" userId="3348430de398f430" providerId="LiveId" clId="{D6AC804E-3741-4DD9-80FE-E274F04C4594}" dt="2026-08-17T13:37:36.572" v="1271" actId="478"/>
          <ac:spMkLst>
            <pc:docMk/>
            <pc:sldMk cId="0" sldId="269"/>
            <ac:spMk id="30" creationId="{FAE3D173-980D-57FF-35CC-66027568CEDD}"/>
          </ac:spMkLst>
        </pc:spChg>
        <pc:spChg chg="del">
          <ac:chgData name="Jin young Choi" userId="3348430de398f430" providerId="LiveId" clId="{D6AC804E-3741-4DD9-80FE-E274F04C4594}" dt="2026-08-17T13:37:31.117" v="1268" actId="478"/>
          <ac:spMkLst>
            <pc:docMk/>
            <pc:sldMk cId="0" sldId="269"/>
            <ac:spMk id="31" creationId="{B6E0E18D-1873-FCCC-C634-77D9B1A5A9CE}"/>
          </ac:spMkLst>
        </pc:spChg>
        <pc:spChg chg="add del mod">
          <ac:chgData name="Jin young Choi" userId="3348430de398f430" providerId="LiveId" clId="{D6AC804E-3741-4DD9-80FE-E274F04C4594}" dt="2026-08-17T13:37:39.153" v="1272" actId="478"/>
          <ac:spMkLst>
            <pc:docMk/>
            <pc:sldMk cId="0" sldId="269"/>
            <ac:spMk id="32" creationId="{8930C01B-9BCD-6DEB-DC8E-808F676FD417}"/>
          </ac:spMkLst>
        </pc:spChg>
        <pc:spChg chg="del">
          <ac:chgData name="Jin young Choi" userId="3348430de398f430" providerId="LiveId" clId="{D6AC804E-3741-4DD9-80FE-E274F04C4594}" dt="2026-08-17T13:37:36.572" v="1271" actId="478"/>
          <ac:spMkLst>
            <pc:docMk/>
            <pc:sldMk cId="0" sldId="269"/>
            <ac:spMk id="33" creationId="{DB5C1E51-AC63-A7F0-A100-AE55EC4C5BF5}"/>
          </ac:spMkLst>
        </pc:spChg>
        <pc:spChg chg="add del mod">
          <ac:chgData name="Jin young Choi" userId="3348430de398f430" providerId="LiveId" clId="{D6AC804E-3741-4DD9-80FE-E274F04C4594}" dt="2026-08-17T13:37:31.117" v="1268" actId="478"/>
          <ac:spMkLst>
            <pc:docMk/>
            <pc:sldMk cId="0" sldId="269"/>
            <ac:spMk id="34" creationId="{98F973FD-B19C-A1A7-8C20-D02635CAF100}"/>
          </ac:spMkLst>
        </pc:spChg>
        <pc:spChg chg="del">
          <ac:chgData name="Jin young Choi" userId="3348430de398f430" providerId="LiveId" clId="{D6AC804E-3741-4DD9-80FE-E274F04C4594}" dt="2026-08-17T13:37:39.153" v="1272" actId="478"/>
          <ac:spMkLst>
            <pc:docMk/>
            <pc:sldMk cId="0" sldId="269"/>
            <ac:spMk id="35" creationId="{8166CBE3-E3BD-9BCB-9F50-548CD4D42C2D}"/>
          </ac:spMkLst>
        </pc:spChg>
        <pc:spChg chg="del">
          <ac:chgData name="Jin young Choi" userId="3348430de398f430" providerId="LiveId" clId="{D6AC804E-3741-4DD9-80FE-E274F04C4594}" dt="2026-08-17T13:37:36.572" v="1271" actId="478"/>
          <ac:spMkLst>
            <pc:docMk/>
            <pc:sldMk cId="0" sldId="269"/>
            <ac:spMk id="36" creationId="{2C255473-FC57-4122-C39F-D10E50A10E6D}"/>
          </ac:spMkLst>
        </pc:spChg>
        <pc:spChg chg="add del mod">
          <ac:chgData name="Jin young Choi" userId="3348430de398f430" providerId="LiveId" clId="{D6AC804E-3741-4DD9-80FE-E274F04C4594}" dt="2026-08-17T13:37:31.117" v="1268" actId="478"/>
          <ac:spMkLst>
            <pc:docMk/>
            <pc:sldMk cId="0" sldId="269"/>
            <ac:spMk id="37" creationId="{E1B3AAB0-1DDB-F180-EDFA-E5506F46942E}"/>
          </ac:spMkLst>
        </pc:spChg>
        <pc:spChg chg="add del mod">
          <ac:chgData name="Jin young Choi" userId="3348430de398f430" providerId="LiveId" clId="{D6AC804E-3741-4DD9-80FE-E274F04C4594}" dt="2026-08-17T13:37:39.153" v="1272" actId="478"/>
          <ac:spMkLst>
            <pc:docMk/>
            <pc:sldMk cId="0" sldId="269"/>
            <ac:spMk id="38" creationId="{EEE7DDD6-BB6D-10A0-BCFE-2EE8AB186B96}"/>
          </ac:spMkLst>
        </pc:spChg>
        <pc:spChg chg="del">
          <ac:chgData name="Jin young Choi" userId="3348430de398f430" providerId="LiveId" clId="{D6AC804E-3741-4DD9-80FE-E274F04C4594}" dt="2026-08-17T13:37:36.572" v="1271" actId="478"/>
          <ac:spMkLst>
            <pc:docMk/>
            <pc:sldMk cId="0" sldId="269"/>
            <ac:spMk id="39" creationId="{445B32AE-8FC5-337D-D22E-34EFDA06EE5E}"/>
          </ac:spMkLst>
        </pc:spChg>
        <pc:spChg chg="del">
          <ac:chgData name="Jin young Choi" userId="3348430de398f430" providerId="LiveId" clId="{D6AC804E-3741-4DD9-80FE-E274F04C4594}" dt="2026-08-17T13:37:31.117" v="1268" actId="478"/>
          <ac:spMkLst>
            <pc:docMk/>
            <pc:sldMk cId="0" sldId="269"/>
            <ac:spMk id="40" creationId="{B88F2486-C48F-8B38-6D51-DD85C729444E}"/>
          </ac:spMkLst>
        </pc:spChg>
        <pc:spChg chg="add del mod">
          <ac:chgData name="Jin young Choi" userId="3348430de398f430" providerId="LiveId" clId="{D6AC804E-3741-4DD9-80FE-E274F04C4594}" dt="2026-08-17T13:37:39.153" v="1272" actId="478"/>
          <ac:spMkLst>
            <pc:docMk/>
            <pc:sldMk cId="0" sldId="269"/>
            <ac:spMk id="41" creationId="{0C549107-1392-51C9-8AAB-1C7FE1F08C83}"/>
          </ac:spMkLst>
        </pc:spChg>
        <pc:spChg chg="add del mod">
          <ac:chgData name="Jin young Choi" userId="3348430de398f430" providerId="LiveId" clId="{D6AC804E-3741-4DD9-80FE-E274F04C4594}" dt="2026-08-17T13:37:36.572" v="1271" actId="478"/>
          <ac:spMkLst>
            <pc:docMk/>
            <pc:sldMk cId="0" sldId="269"/>
            <ac:spMk id="42" creationId="{22D3CF98-D904-78F2-0C7E-215ED9583249}"/>
          </ac:spMkLst>
        </pc:spChg>
        <pc:spChg chg="add del mod">
          <ac:chgData name="Jin young Choi" userId="3348430de398f430" providerId="LiveId" clId="{D6AC804E-3741-4DD9-80FE-E274F04C4594}" dt="2026-08-17T13:37:31.117" v="1268" actId="478"/>
          <ac:spMkLst>
            <pc:docMk/>
            <pc:sldMk cId="0" sldId="269"/>
            <ac:spMk id="43" creationId="{E091882B-727E-A897-48F6-AF3201846B85}"/>
          </ac:spMkLst>
        </pc:spChg>
        <pc:spChg chg="del">
          <ac:chgData name="Jin young Choi" userId="3348430de398f430" providerId="LiveId" clId="{D6AC804E-3741-4DD9-80FE-E274F04C4594}" dt="2026-08-17T13:37:39.153" v="1272" actId="478"/>
          <ac:spMkLst>
            <pc:docMk/>
            <pc:sldMk cId="0" sldId="269"/>
            <ac:spMk id="44" creationId="{B15C3324-A10E-7872-A686-B25D42C6A1A9}"/>
          </ac:spMkLst>
        </pc:spChg>
        <pc:spChg chg="del">
          <ac:chgData name="Jin young Choi" userId="3348430de398f430" providerId="LiveId" clId="{D6AC804E-3741-4DD9-80FE-E274F04C4594}" dt="2026-08-17T13:37:36.572" v="1271" actId="478"/>
          <ac:spMkLst>
            <pc:docMk/>
            <pc:sldMk cId="0" sldId="269"/>
            <ac:spMk id="45" creationId="{59F109B4-32D2-8E93-D4D9-FFF00CB5BED8}"/>
          </ac:spMkLst>
        </pc:spChg>
        <pc:spChg chg="add mod">
          <ac:chgData name="Jin young Choi" userId="3348430de398f430" providerId="LiveId" clId="{D6AC804E-3741-4DD9-80FE-E274F04C4594}" dt="2026-08-17T13:39:22.175" v="1294" actId="1076"/>
          <ac:spMkLst>
            <pc:docMk/>
            <pc:sldMk cId="0" sldId="269"/>
            <ac:spMk id="48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39:22.175" v="1294" actId="1076"/>
          <ac:spMkLst>
            <pc:docMk/>
            <pc:sldMk cId="0" sldId="269"/>
            <ac:spMk id="50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39:22.175" v="1294" actId="1076"/>
          <ac:spMkLst>
            <pc:docMk/>
            <pc:sldMk cId="0" sldId="269"/>
            <ac:spMk id="51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39:22.175" v="1294" actId="1076"/>
          <ac:spMkLst>
            <pc:docMk/>
            <pc:sldMk cId="0" sldId="269"/>
            <ac:spMk id="52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39:22.175" v="1294" actId="1076"/>
          <ac:spMkLst>
            <pc:docMk/>
            <pc:sldMk cId="0" sldId="269"/>
            <ac:spMk id="53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39:22.175" v="1294" actId="1076"/>
          <ac:spMkLst>
            <pc:docMk/>
            <pc:sldMk cId="0" sldId="269"/>
            <ac:spMk id="55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39:22.175" v="1294" actId="1076"/>
          <ac:spMkLst>
            <pc:docMk/>
            <pc:sldMk cId="0" sldId="269"/>
            <ac:spMk id="56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39:22.175" v="1294" actId="1076"/>
          <ac:spMkLst>
            <pc:docMk/>
            <pc:sldMk cId="0" sldId="269"/>
            <ac:spMk id="57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39:22.175" v="1294" actId="1076"/>
          <ac:spMkLst>
            <pc:docMk/>
            <pc:sldMk cId="0" sldId="269"/>
            <ac:spMk id="58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40:50.891" v="1360"/>
          <ac:spMkLst>
            <pc:docMk/>
            <pc:sldMk cId="0" sldId="269"/>
            <ac:spMk id="60" creationId="{0230C954-D4FF-EF3C-4AAA-DDEE6DC154AB}"/>
          </ac:spMkLst>
        </pc:spChg>
        <pc:spChg chg="add mod">
          <ac:chgData name="Jin young Choi" userId="3348430de398f430" providerId="LiveId" clId="{D6AC804E-3741-4DD9-80FE-E274F04C4594}" dt="2026-08-17T13:41:06.279" v="1405"/>
          <ac:spMkLst>
            <pc:docMk/>
            <pc:sldMk cId="0" sldId="269"/>
            <ac:spMk id="61" creationId="{DBAE2912-1F53-5A49-55CA-122FE1DE2C69}"/>
          </ac:spMkLst>
        </pc:spChg>
        <pc:spChg chg="add mod">
          <ac:chgData name="Jin young Choi" userId="3348430de398f430" providerId="LiveId" clId="{D6AC804E-3741-4DD9-80FE-E274F04C4594}" dt="2026-08-17T13:40:14.564" v="1296" actId="571"/>
          <ac:spMkLst>
            <pc:docMk/>
            <pc:sldMk cId="0" sldId="269"/>
            <ac:spMk id="62" creationId="{DCAC882F-4D5E-6F91-A1F4-973617DC6BD5}"/>
          </ac:spMkLst>
        </pc:spChg>
        <pc:spChg chg="add mod">
          <ac:chgData name="Jin young Choi" userId="3348430de398f430" providerId="LiveId" clId="{D6AC804E-3741-4DD9-80FE-E274F04C4594}" dt="2026-08-17T13:44:11.580" v="1765" actId="1076"/>
          <ac:spMkLst>
            <pc:docMk/>
            <pc:sldMk cId="0" sldId="269"/>
            <ac:spMk id="63" creationId="{6E098B0D-E0A4-7B21-C86D-F08198D916C6}"/>
          </ac:spMkLst>
        </pc:spChg>
        <pc:spChg chg="add mod">
          <ac:chgData name="Jin young Choi" userId="3348430de398f430" providerId="LiveId" clId="{D6AC804E-3741-4DD9-80FE-E274F04C4594}" dt="2026-08-17T13:44:11.580" v="1765" actId="1076"/>
          <ac:spMkLst>
            <pc:docMk/>
            <pc:sldMk cId="0" sldId="269"/>
            <ac:spMk id="64" creationId="{C1EB4B0B-EA77-5C88-E385-7734290AB629}"/>
          </ac:spMkLst>
        </pc:spChg>
        <pc:spChg chg="add mod">
          <ac:chgData name="Jin young Choi" userId="3348430de398f430" providerId="LiveId" clId="{D6AC804E-3741-4DD9-80FE-E274F04C4594}" dt="2026-08-17T13:44:11.580" v="1765" actId="1076"/>
          <ac:spMkLst>
            <pc:docMk/>
            <pc:sldMk cId="0" sldId="269"/>
            <ac:spMk id="65" creationId="{1D872BB2-F955-B756-2947-C06F08F47E75}"/>
          </ac:spMkLst>
        </pc:spChg>
        <pc:spChg chg="add mod">
          <ac:chgData name="Jin young Choi" userId="3348430de398f430" providerId="LiveId" clId="{D6AC804E-3741-4DD9-80FE-E274F04C4594}" dt="2026-08-17T13:44:11.580" v="1765" actId="1076"/>
          <ac:spMkLst>
            <pc:docMk/>
            <pc:sldMk cId="0" sldId="269"/>
            <ac:spMk id="66" creationId="{CDCADE9C-76ED-5F03-7399-7FD70A0EA620}"/>
          </ac:spMkLst>
        </pc:spChg>
        <pc:spChg chg="add mod">
          <ac:chgData name="Jin young Choi" userId="3348430de398f430" providerId="LiveId" clId="{D6AC804E-3741-4DD9-80FE-E274F04C4594}" dt="2026-08-17T13:44:33.866" v="1787"/>
          <ac:spMkLst>
            <pc:docMk/>
            <pc:sldMk cId="0" sldId="269"/>
            <ac:spMk id="67" creationId="{2B039A0E-71E0-E091-18E0-C57844CD7881}"/>
          </ac:spMkLst>
        </pc:spChg>
        <pc:spChg chg="add mod">
          <ac:chgData name="Jin young Choi" userId="3348430de398f430" providerId="LiveId" clId="{D6AC804E-3741-4DD9-80FE-E274F04C4594}" dt="2026-08-17T13:45:17.146" v="1910"/>
          <ac:spMkLst>
            <pc:docMk/>
            <pc:sldMk cId="0" sldId="269"/>
            <ac:spMk id="68" creationId="{0BAA2141-89B5-8CCB-FBF8-3F17D3EEA138}"/>
          </ac:spMkLst>
        </pc:spChg>
        <pc:spChg chg="add mod">
          <ac:chgData name="Jin young Choi" userId="3348430de398f430" providerId="LiveId" clId="{D6AC804E-3741-4DD9-80FE-E274F04C4594}" dt="2026-08-17T13:45:48.092" v="2005" actId="20577"/>
          <ac:spMkLst>
            <pc:docMk/>
            <pc:sldMk cId="0" sldId="269"/>
            <ac:spMk id="69" creationId="{3E174067-DA51-15CB-63D7-06C0C04ACE4F}"/>
          </ac:spMkLst>
        </pc:spChg>
        <pc:spChg chg="add del mod">
          <ac:chgData name="Jin young Choi" userId="3348430de398f430" providerId="LiveId" clId="{D6AC804E-3741-4DD9-80FE-E274F04C4594}" dt="2026-08-17T13:47:50.271" v="2256" actId="21"/>
          <ac:spMkLst>
            <pc:docMk/>
            <pc:sldMk cId="0" sldId="269"/>
            <ac:spMk id="70" creationId="{E78EFAB5-4B86-08CC-C97E-B16155CB0B10}"/>
          </ac:spMkLst>
        </pc:spChg>
        <pc:spChg chg="mod">
          <ac:chgData name="Jin young Choi" userId="3348430de398f430" providerId="LiveId" clId="{D6AC804E-3741-4DD9-80FE-E274F04C4594}" dt="2026-08-17T13:37:39.403" v="1273"/>
          <ac:spMkLst>
            <pc:docMk/>
            <pc:sldMk cId="0" sldId="269"/>
            <ac:spMk id="87" creationId="{A2266387-AD75-A070-F38D-1C95F0CDD7CC}"/>
          </ac:spMkLst>
        </pc:spChg>
        <pc:spChg chg="mod">
          <ac:chgData name="Jin young Choi" userId="3348430de398f430" providerId="LiveId" clId="{D6AC804E-3741-4DD9-80FE-E274F04C4594}" dt="2026-08-17T13:37:39.403" v="1273"/>
          <ac:spMkLst>
            <pc:docMk/>
            <pc:sldMk cId="0" sldId="269"/>
            <ac:spMk id="88" creationId="{89DB3948-03B0-B622-696F-C58883CB6978}"/>
          </ac:spMkLst>
        </pc:spChg>
        <pc:spChg chg="mod">
          <ac:chgData name="Jin young Choi" userId="3348430de398f430" providerId="LiveId" clId="{D6AC804E-3741-4DD9-80FE-E274F04C4594}" dt="2026-08-17T13:37:39.403" v="1273"/>
          <ac:spMkLst>
            <pc:docMk/>
            <pc:sldMk cId="0" sldId="269"/>
            <ac:spMk id="89" creationId="{7AF2ADA7-1624-1E30-A501-637F7091C9DC}"/>
          </ac:spMkLst>
        </pc:spChg>
        <pc:spChg chg="mod">
          <ac:chgData name="Jin young Choi" userId="3348430de398f430" providerId="LiveId" clId="{D6AC804E-3741-4DD9-80FE-E274F04C4594}" dt="2026-08-17T13:37:39.403" v="1273"/>
          <ac:spMkLst>
            <pc:docMk/>
            <pc:sldMk cId="0" sldId="269"/>
            <ac:spMk id="91" creationId="{AEDC61EB-1908-B33E-8755-B06579A12775}"/>
          </ac:spMkLst>
        </pc:spChg>
        <pc:spChg chg="mod">
          <ac:chgData name="Jin young Choi" userId="3348430de398f430" providerId="LiveId" clId="{D6AC804E-3741-4DD9-80FE-E274F04C4594}" dt="2026-08-17T13:37:39.403" v="1273"/>
          <ac:spMkLst>
            <pc:docMk/>
            <pc:sldMk cId="0" sldId="269"/>
            <ac:spMk id="93" creationId="{C1F53F05-32A7-1D9E-E1FB-D2C670F80836}"/>
          </ac:spMkLst>
        </pc:spChg>
        <pc:spChg chg="mod">
          <ac:chgData name="Jin young Choi" userId="3348430de398f430" providerId="LiveId" clId="{D6AC804E-3741-4DD9-80FE-E274F04C4594}" dt="2026-08-17T13:37:39.403" v="1273"/>
          <ac:spMkLst>
            <pc:docMk/>
            <pc:sldMk cId="0" sldId="269"/>
            <ac:spMk id="96" creationId="{3A3D0AB1-0D52-6308-9274-8FDE8470B815}"/>
          </ac:spMkLst>
        </pc:spChg>
        <pc:spChg chg="mod">
          <ac:chgData name="Jin young Choi" userId="3348430de398f430" providerId="LiveId" clId="{D6AC804E-3741-4DD9-80FE-E274F04C4594}" dt="2026-08-17T13:37:39.403" v="1273"/>
          <ac:spMkLst>
            <pc:docMk/>
            <pc:sldMk cId="0" sldId="269"/>
            <ac:spMk id="97" creationId="{9C197111-7E81-AE50-A4F3-451CC251C2EC}"/>
          </ac:spMkLst>
        </pc:spChg>
        <pc:spChg chg="mod">
          <ac:chgData name="Jin young Choi" userId="3348430de398f430" providerId="LiveId" clId="{D6AC804E-3741-4DD9-80FE-E274F04C4594}" dt="2026-08-17T13:37:39.403" v="1273"/>
          <ac:spMkLst>
            <pc:docMk/>
            <pc:sldMk cId="0" sldId="269"/>
            <ac:spMk id="99" creationId="{4F77DEA2-D512-817F-0819-7181F422B594}"/>
          </ac:spMkLst>
        </pc:spChg>
        <pc:spChg chg="mod">
          <ac:chgData name="Jin young Choi" userId="3348430de398f430" providerId="LiveId" clId="{D6AC804E-3741-4DD9-80FE-E274F04C4594}" dt="2026-08-17T13:37:39.403" v="1273"/>
          <ac:spMkLst>
            <pc:docMk/>
            <pc:sldMk cId="0" sldId="269"/>
            <ac:spMk id="107" creationId="{19298BA0-3EF0-FD84-26CB-61A561FEDA14}"/>
          </ac:spMkLst>
        </pc:spChg>
        <pc:spChg chg="mod">
          <ac:chgData name="Jin young Choi" userId="3348430de398f430" providerId="LiveId" clId="{D6AC804E-3741-4DD9-80FE-E274F04C4594}" dt="2026-08-17T13:37:39.403" v="1273"/>
          <ac:spMkLst>
            <pc:docMk/>
            <pc:sldMk cId="0" sldId="269"/>
            <ac:spMk id="108" creationId="{421361EF-0420-DC8F-4D77-5F4E3CB849A5}"/>
          </ac:spMkLst>
        </pc:spChg>
        <pc:grpChg chg="del mod">
          <ac:chgData name="Jin young Choi" userId="3348430de398f430" providerId="LiveId" clId="{D6AC804E-3741-4DD9-80FE-E274F04C4594}" dt="2026-08-17T13:47:00.199" v="2139" actId="21"/>
          <ac:grpSpMkLst>
            <pc:docMk/>
            <pc:sldMk cId="0" sldId="269"/>
            <ac:grpSpMk id="84" creationId="{2F65C483-DFE9-4D0A-F8EA-4AD31FE276AF}"/>
          </ac:grpSpMkLst>
        </pc:grpChg>
      </pc:sldChg>
      <pc:sldChg chg="addSp delSp modSp mod">
        <pc:chgData name="Jin young Choi" userId="3348430de398f430" providerId="LiveId" clId="{D6AC804E-3741-4DD9-80FE-E274F04C4594}" dt="2026-08-17T14:19:47.724" v="3257" actId="207"/>
        <pc:sldMkLst>
          <pc:docMk/>
          <pc:sldMk cId="0" sldId="270"/>
        </pc:sldMkLst>
        <pc:spChg chg="mod">
          <ac:chgData name="Jin young Choi" userId="3348430de398f430" providerId="LiveId" clId="{D6AC804E-3741-4DD9-80FE-E274F04C4594}" dt="2026-08-17T14:19:47.724" v="3257" actId="207"/>
          <ac:spMkLst>
            <pc:docMk/>
            <pc:sldMk cId="0" sldId="270"/>
            <ac:spMk id="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13:18.112" v="734" actId="207"/>
          <ac:spMkLst>
            <pc:docMk/>
            <pc:sldMk cId="0" sldId="270"/>
            <ac:spMk id="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13:21.554" v="735" actId="207"/>
          <ac:spMkLst>
            <pc:docMk/>
            <pc:sldMk cId="0" sldId="270"/>
            <ac:spMk id="4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51:27.419" v="2392" actId="478"/>
          <ac:spMkLst>
            <pc:docMk/>
            <pc:sldMk cId="0" sldId="270"/>
            <ac:spMk id="5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46:37.099" v="2107" actId="478"/>
          <ac:spMkLst>
            <pc:docMk/>
            <pc:sldMk cId="0" sldId="270"/>
            <ac:spMk id="7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46:37.099" v="2107" actId="478"/>
          <ac:spMkLst>
            <pc:docMk/>
            <pc:sldMk cId="0" sldId="270"/>
            <ac:spMk id="8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46:37.099" v="2107" actId="478"/>
          <ac:spMkLst>
            <pc:docMk/>
            <pc:sldMk cId="0" sldId="270"/>
            <ac:spMk id="9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14:57.043" v="755" actId="21"/>
          <ac:spMkLst>
            <pc:docMk/>
            <pc:sldMk cId="0" sldId="270"/>
            <ac:spMk id="10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14:57.043" v="755" actId="21"/>
          <ac:spMkLst>
            <pc:docMk/>
            <pc:sldMk cId="0" sldId="270"/>
            <ac:spMk id="1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13:47.491" v="740" actId="122"/>
          <ac:spMkLst>
            <pc:docMk/>
            <pc:sldMk cId="0" sldId="270"/>
            <ac:spMk id="1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13:55.115" v="753"/>
          <ac:spMkLst>
            <pc:docMk/>
            <pc:sldMk cId="0" sldId="270"/>
            <ac:spMk id="14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3:14:57.043" v="755" actId="21"/>
          <ac:spMkLst>
            <pc:docMk/>
            <pc:sldMk cId="0" sldId="270"/>
            <ac:spMk id="15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14:57.043" v="755" actId="21"/>
          <ac:spMkLst>
            <pc:docMk/>
            <pc:sldMk cId="0" sldId="270"/>
            <ac:spMk id="16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14:57.043" v="755" actId="21"/>
          <ac:spMkLst>
            <pc:docMk/>
            <pc:sldMk cId="0" sldId="270"/>
            <ac:spMk id="17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14:57.043" v="755" actId="21"/>
          <ac:spMkLst>
            <pc:docMk/>
            <pc:sldMk cId="0" sldId="270"/>
            <ac:spMk id="19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14:57.043" v="755" actId="21"/>
          <ac:spMkLst>
            <pc:docMk/>
            <pc:sldMk cId="0" sldId="270"/>
            <ac:spMk id="20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3:14:57.043" v="755" actId="21"/>
          <ac:spMkLst>
            <pc:docMk/>
            <pc:sldMk cId="0" sldId="270"/>
            <ac:spMk id="21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14:57.043" v="755" actId="21"/>
          <ac:spMkLst>
            <pc:docMk/>
            <pc:sldMk cId="0" sldId="270"/>
            <ac:spMk id="2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13:47.491" v="740" actId="122"/>
          <ac:spMkLst>
            <pc:docMk/>
            <pc:sldMk cId="0" sldId="270"/>
            <ac:spMk id="23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3:14:57.043" v="755" actId="21"/>
          <ac:spMkLst>
            <pc:docMk/>
            <pc:sldMk cId="0" sldId="270"/>
            <ac:spMk id="24" creationId="{00000000-0000-0000-0000-000000000000}"/>
          </ac:spMkLst>
        </pc:spChg>
        <pc:spChg chg="add del mod">
          <ac:chgData name="Jin young Choi" userId="3348430de398f430" providerId="LiveId" clId="{D6AC804E-3741-4DD9-80FE-E274F04C4594}" dt="2026-08-17T13:52:37.210" v="2495" actId="1076"/>
          <ac:spMkLst>
            <pc:docMk/>
            <pc:sldMk cId="0" sldId="270"/>
            <ac:spMk id="25" creationId="{00000000-0000-0000-0000-000000000000}"/>
          </ac:spMkLst>
        </pc:spChg>
        <pc:spChg chg="add del mod">
          <ac:chgData name="Jin young Choi" userId="3348430de398f430" providerId="LiveId" clId="{D6AC804E-3741-4DD9-80FE-E274F04C4594}" dt="2026-08-17T13:52:37.210" v="2495" actId="1076"/>
          <ac:spMkLst>
            <pc:docMk/>
            <pc:sldMk cId="0" sldId="270"/>
            <ac:spMk id="26" creationId="{00000000-0000-0000-0000-000000000000}"/>
          </ac:spMkLst>
        </pc:spChg>
        <pc:spChg chg="add del mod">
          <ac:chgData name="Jin young Choi" userId="3348430de398f430" providerId="LiveId" clId="{D6AC804E-3741-4DD9-80FE-E274F04C4594}" dt="2026-08-17T13:52:37.210" v="2495" actId="1076"/>
          <ac:spMkLst>
            <pc:docMk/>
            <pc:sldMk cId="0" sldId="270"/>
            <ac:spMk id="27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46:54.012" v="2138" actId="20577"/>
          <ac:spMkLst>
            <pc:docMk/>
            <pc:sldMk cId="0" sldId="270"/>
            <ac:spMk id="29" creationId="{2011A71E-E437-3164-6770-121563AE4C65}"/>
          </ac:spMkLst>
        </pc:spChg>
        <pc:spChg chg="add mod">
          <ac:chgData name="Jin young Choi" userId="3348430de398f430" providerId="LiveId" clId="{D6AC804E-3741-4DD9-80FE-E274F04C4594}" dt="2026-08-17T13:47:35.906" v="2254" actId="20577"/>
          <ac:spMkLst>
            <pc:docMk/>
            <pc:sldMk cId="0" sldId="270"/>
            <ac:spMk id="30" creationId="{054014C3-39BE-AF81-5F08-8771B8E98E33}"/>
          </ac:spMkLst>
        </pc:spChg>
        <pc:spChg chg="add del mod">
          <ac:chgData name="Jin young Choi" userId="3348430de398f430" providerId="LiveId" clId="{D6AC804E-3741-4DD9-80FE-E274F04C4594}" dt="2026-08-17T13:47:39.794" v="2255" actId="478"/>
          <ac:spMkLst>
            <pc:docMk/>
            <pc:sldMk cId="0" sldId="270"/>
            <ac:spMk id="31" creationId="{BD21F219-6DDE-B90D-976F-75E61CE9D73F}"/>
          </ac:spMkLst>
        </pc:spChg>
        <pc:spChg chg="add del mod">
          <ac:chgData name="Jin young Choi" userId="3348430de398f430" providerId="LiveId" clId="{D6AC804E-3741-4DD9-80FE-E274F04C4594}" dt="2026-08-17T13:47:39.794" v="2255" actId="478"/>
          <ac:spMkLst>
            <pc:docMk/>
            <pc:sldMk cId="0" sldId="270"/>
            <ac:spMk id="32" creationId="{FF67458B-4035-181A-C13E-D378A1E9265C}"/>
          </ac:spMkLst>
        </pc:spChg>
        <pc:spChg chg="mod">
          <ac:chgData name="Jin young Choi" userId="3348430de398f430" providerId="LiveId" clId="{D6AC804E-3741-4DD9-80FE-E274F04C4594}" dt="2026-08-17T13:47:30.473" v="2242"/>
          <ac:spMkLst>
            <pc:docMk/>
            <pc:sldMk cId="0" sldId="270"/>
            <ac:spMk id="34" creationId="{02F7C3C0-2679-5B40-401A-FDD61913E567}"/>
          </ac:spMkLst>
        </pc:spChg>
        <pc:spChg chg="mod">
          <ac:chgData name="Jin young Choi" userId="3348430de398f430" providerId="LiveId" clId="{D6AC804E-3741-4DD9-80FE-E274F04C4594}" dt="2026-08-17T13:47:30.473" v="2242"/>
          <ac:spMkLst>
            <pc:docMk/>
            <pc:sldMk cId="0" sldId="270"/>
            <ac:spMk id="35" creationId="{115DF847-2990-3F6D-103E-72814A566FF4}"/>
          </ac:spMkLst>
        </pc:spChg>
        <pc:spChg chg="mod">
          <ac:chgData name="Jin young Choi" userId="3348430de398f430" providerId="LiveId" clId="{D6AC804E-3741-4DD9-80FE-E274F04C4594}" dt="2026-08-17T13:47:30.473" v="2242"/>
          <ac:spMkLst>
            <pc:docMk/>
            <pc:sldMk cId="0" sldId="270"/>
            <ac:spMk id="39" creationId="{1C474F5E-68FE-AD4A-7F35-97568112E930}"/>
          </ac:spMkLst>
        </pc:spChg>
        <pc:spChg chg="mod">
          <ac:chgData name="Jin young Choi" userId="3348430de398f430" providerId="LiveId" clId="{D6AC804E-3741-4DD9-80FE-E274F04C4594}" dt="2026-08-17T13:47:30.473" v="2242"/>
          <ac:spMkLst>
            <pc:docMk/>
            <pc:sldMk cId="0" sldId="270"/>
            <ac:spMk id="40" creationId="{86364985-DE7F-4BD7-2820-1AEDF4DF5DDE}"/>
          </ac:spMkLst>
        </pc:spChg>
        <pc:spChg chg="mod">
          <ac:chgData name="Jin young Choi" userId="3348430de398f430" providerId="LiveId" clId="{D6AC804E-3741-4DD9-80FE-E274F04C4594}" dt="2026-08-17T13:47:30.473" v="2242"/>
          <ac:spMkLst>
            <pc:docMk/>
            <pc:sldMk cId="0" sldId="270"/>
            <ac:spMk id="42" creationId="{82E81F44-B487-E574-6CE3-F6B61F42362E}"/>
          </ac:spMkLst>
        </pc:spChg>
        <pc:spChg chg="mod">
          <ac:chgData name="Jin young Choi" userId="3348430de398f430" providerId="LiveId" clId="{D6AC804E-3741-4DD9-80FE-E274F04C4594}" dt="2026-08-17T13:47:30.473" v="2242"/>
          <ac:spMkLst>
            <pc:docMk/>
            <pc:sldMk cId="0" sldId="270"/>
            <ac:spMk id="44" creationId="{06FA43D1-9E9B-241F-0A69-1CA05F6A4946}"/>
          </ac:spMkLst>
        </pc:spChg>
        <pc:spChg chg="mod">
          <ac:chgData name="Jin young Choi" userId="3348430de398f430" providerId="LiveId" clId="{D6AC804E-3741-4DD9-80FE-E274F04C4594}" dt="2026-08-17T13:47:30.473" v="2242"/>
          <ac:spMkLst>
            <pc:docMk/>
            <pc:sldMk cId="0" sldId="270"/>
            <ac:spMk id="49" creationId="{526A7429-CCEE-ED66-B975-351D0209CDF9}"/>
          </ac:spMkLst>
        </pc:spChg>
        <pc:spChg chg="mod">
          <ac:chgData name="Jin young Choi" userId="3348430de398f430" providerId="LiveId" clId="{D6AC804E-3741-4DD9-80FE-E274F04C4594}" dt="2026-08-17T13:47:30.473" v="2242"/>
          <ac:spMkLst>
            <pc:docMk/>
            <pc:sldMk cId="0" sldId="270"/>
            <ac:spMk id="50" creationId="{4FA58B49-BAA0-EF8B-C700-8C03A607D243}"/>
          </ac:spMkLst>
        </pc:spChg>
        <pc:spChg chg="mod">
          <ac:chgData name="Jin young Choi" userId="3348430de398f430" providerId="LiveId" clId="{D6AC804E-3741-4DD9-80FE-E274F04C4594}" dt="2026-08-17T13:47:30.473" v="2242"/>
          <ac:spMkLst>
            <pc:docMk/>
            <pc:sldMk cId="0" sldId="270"/>
            <ac:spMk id="52" creationId="{307CDF58-1801-8A01-0195-330522B33732}"/>
          </ac:spMkLst>
        </pc:spChg>
        <pc:spChg chg="mod">
          <ac:chgData name="Jin young Choi" userId="3348430de398f430" providerId="LiveId" clId="{D6AC804E-3741-4DD9-80FE-E274F04C4594}" dt="2026-08-17T13:47:30.473" v="2242"/>
          <ac:spMkLst>
            <pc:docMk/>
            <pc:sldMk cId="0" sldId="270"/>
            <ac:spMk id="56" creationId="{4630C15A-5045-ACD4-8C77-E9D367F72AD1}"/>
          </ac:spMkLst>
        </pc:spChg>
        <pc:spChg chg="add mod">
          <ac:chgData name="Jin young Choi" userId="3348430de398f430" providerId="LiveId" clId="{D6AC804E-3741-4DD9-80FE-E274F04C4594}" dt="2026-08-17T13:48:16.507" v="2268"/>
          <ac:spMkLst>
            <pc:docMk/>
            <pc:sldMk cId="0" sldId="270"/>
            <ac:spMk id="58" creationId="{47C850F5-22AF-391E-A010-02137865F199}"/>
          </ac:spMkLst>
        </pc:spChg>
        <pc:spChg chg="add mod">
          <ac:chgData name="Jin young Choi" userId="3348430de398f430" providerId="LiveId" clId="{D6AC804E-3741-4DD9-80FE-E274F04C4594}" dt="2026-08-17T14:04:40.813" v="2857" actId="1076"/>
          <ac:spMkLst>
            <pc:docMk/>
            <pc:sldMk cId="0" sldId="270"/>
            <ac:spMk id="59" creationId="{625CB0AA-4737-4537-47A0-2FD67C146F3C}"/>
          </ac:spMkLst>
        </pc:spChg>
        <pc:spChg chg="add mod">
          <ac:chgData name="Jin young Choi" userId="3348430de398f430" providerId="LiveId" clId="{D6AC804E-3741-4DD9-80FE-E274F04C4594}" dt="2026-08-17T14:04:40.813" v="2857" actId="1076"/>
          <ac:spMkLst>
            <pc:docMk/>
            <pc:sldMk cId="0" sldId="270"/>
            <ac:spMk id="60" creationId="{14B374EE-A4F9-19A3-AFC2-41B177974E22}"/>
          </ac:spMkLst>
        </pc:spChg>
        <pc:spChg chg="add mod">
          <ac:chgData name="Jin young Choi" userId="3348430de398f430" providerId="LiveId" clId="{D6AC804E-3741-4DD9-80FE-E274F04C4594}" dt="2026-08-17T14:04:40.813" v="2857" actId="1076"/>
          <ac:spMkLst>
            <pc:docMk/>
            <pc:sldMk cId="0" sldId="270"/>
            <ac:spMk id="61" creationId="{23878B8E-A23F-270F-22D2-81F6587BD4A9}"/>
          </ac:spMkLst>
        </pc:spChg>
        <pc:spChg chg="add mod">
          <ac:chgData name="Jin young Choi" userId="3348430de398f430" providerId="LiveId" clId="{D6AC804E-3741-4DD9-80FE-E274F04C4594}" dt="2026-08-17T14:04:40.813" v="2857" actId="1076"/>
          <ac:spMkLst>
            <pc:docMk/>
            <pc:sldMk cId="0" sldId="270"/>
            <ac:spMk id="62" creationId="{13CA85F3-3F4B-686D-7C01-18523EBC07BD}"/>
          </ac:spMkLst>
        </pc:spChg>
        <pc:spChg chg="add del mod">
          <ac:chgData name="Jin young Choi" userId="3348430de398f430" providerId="LiveId" clId="{D6AC804E-3741-4DD9-80FE-E274F04C4594}" dt="2026-08-17T14:01:53.525" v="2856" actId="478"/>
          <ac:spMkLst>
            <pc:docMk/>
            <pc:sldMk cId="0" sldId="270"/>
            <ac:spMk id="63" creationId="{AC93A30C-BBF0-65A6-9C17-E1D83BD2041F}"/>
          </ac:spMkLst>
        </pc:spChg>
        <pc:spChg chg="add mod">
          <ac:chgData name="Jin young Choi" userId="3348430de398f430" providerId="LiveId" clId="{D6AC804E-3741-4DD9-80FE-E274F04C4594}" dt="2026-08-17T14:05:22.939" v="2965"/>
          <ac:spMkLst>
            <pc:docMk/>
            <pc:sldMk cId="0" sldId="270"/>
            <ac:spMk id="64" creationId="{CDF39B18-E7C2-9EB8-59BB-6F2FB4C1EA19}"/>
          </ac:spMkLst>
        </pc:spChg>
        <pc:spChg chg="add mod">
          <ac:chgData name="Jin young Choi" userId="3348430de398f430" providerId="LiveId" clId="{D6AC804E-3741-4DD9-80FE-E274F04C4594}" dt="2026-08-17T13:47:55.101" v="2258" actId="1076"/>
          <ac:spMkLst>
            <pc:docMk/>
            <pc:sldMk cId="0" sldId="270"/>
            <ac:spMk id="70" creationId="{E78EFAB5-4B86-08CC-C97E-B16155CB0B10}"/>
          </ac:spMkLst>
        </pc:spChg>
        <pc:spChg chg="mod">
          <ac:chgData name="Jin young Choi" userId="3348430de398f430" providerId="LiveId" clId="{D6AC804E-3741-4DD9-80FE-E274F04C4594}" dt="2026-08-17T13:47:02.343" v="2140"/>
          <ac:spMkLst>
            <pc:docMk/>
            <pc:sldMk cId="0" sldId="270"/>
            <ac:spMk id="85" creationId="{C7E8578E-CAF9-7165-5AA8-28B3D3454A29}"/>
          </ac:spMkLst>
        </pc:spChg>
        <pc:spChg chg="mod">
          <ac:chgData name="Jin young Choi" userId="3348430de398f430" providerId="LiveId" clId="{D6AC804E-3741-4DD9-80FE-E274F04C4594}" dt="2026-08-17T13:47:02.343" v="2140"/>
          <ac:spMkLst>
            <pc:docMk/>
            <pc:sldMk cId="0" sldId="270"/>
            <ac:spMk id="86" creationId="{A5F698B5-665E-5317-CE54-62322FF5D9CC}"/>
          </ac:spMkLst>
        </pc:spChg>
        <pc:spChg chg="mod">
          <ac:chgData name="Jin young Choi" userId="3348430de398f430" providerId="LiveId" clId="{D6AC804E-3741-4DD9-80FE-E274F04C4594}" dt="2026-08-17T13:47:02.343" v="2140"/>
          <ac:spMkLst>
            <pc:docMk/>
            <pc:sldMk cId="0" sldId="270"/>
            <ac:spMk id="89" creationId="{7AF2ADA7-1624-1E30-A501-637F7091C9DC}"/>
          </ac:spMkLst>
        </pc:spChg>
        <pc:spChg chg="mod">
          <ac:chgData name="Jin young Choi" userId="3348430de398f430" providerId="LiveId" clId="{D6AC804E-3741-4DD9-80FE-E274F04C4594}" dt="2026-08-17T13:47:02.343" v="2140"/>
          <ac:spMkLst>
            <pc:docMk/>
            <pc:sldMk cId="0" sldId="270"/>
            <ac:spMk id="91" creationId="{AEDC61EB-1908-B33E-8755-B06579A12775}"/>
          </ac:spMkLst>
        </pc:spChg>
        <pc:spChg chg="mod">
          <ac:chgData name="Jin young Choi" userId="3348430de398f430" providerId="LiveId" clId="{D6AC804E-3741-4DD9-80FE-E274F04C4594}" dt="2026-08-17T13:52:04.957" v="2491" actId="20577"/>
          <ac:spMkLst>
            <pc:docMk/>
            <pc:sldMk cId="0" sldId="270"/>
            <ac:spMk id="94" creationId="{D2600846-203A-7AC5-2215-C998BEE7E2FB}"/>
          </ac:spMkLst>
        </pc:spChg>
        <pc:spChg chg="mod">
          <ac:chgData name="Jin young Choi" userId="3348430de398f430" providerId="LiveId" clId="{D6AC804E-3741-4DD9-80FE-E274F04C4594}" dt="2026-08-17T13:47:02.343" v="2140"/>
          <ac:spMkLst>
            <pc:docMk/>
            <pc:sldMk cId="0" sldId="270"/>
            <ac:spMk id="95" creationId="{A383AB86-B167-AA72-A374-DC28141A8EAA}"/>
          </ac:spMkLst>
        </pc:spChg>
        <pc:spChg chg="mod">
          <ac:chgData name="Jin young Choi" userId="3348430de398f430" providerId="LiveId" clId="{D6AC804E-3741-4DD9-80FE-E274F04C4594}" dt="2026-08-17T13:47:02.343" v="2140"/>
          <ac:spMkLst>
            <pc:docMk/>
            <pc:sldMk cId="0" sldId="270"/>
            <ac:spMk id="99" creationId="{4F77DEA2-D512-817F-0819-7181F422B594}"/>
          </ac:spMkLst>
        </pc:spChg>
        <pc:spChg chg="mod">
          <ac:chgData name="Jin young Choi" userId="3348430de398f430" providerId="LiveId" clId="{D6AC804E-3741-4DD9-80FE-E274F04C4594}" dt="2026-08-17T13:47:02.343" v="2140"/>
          <ac:spMkLst>
            <pc:docMk/>
            <pc:sldMk cId="0" sldId="270"/>
            <ac:spMk id="101" creationId="{37137C03-8511-9537-9C35-E5503D2EA02B}"/>
          </ac:spMkLst>
        </pc:spChg>
        <pc:spChg chg="mod">
          <ac:chgData name="Jin young Choi" userId="3348430de398f430" providerId="LiveId" clId="{D6AC804E-3741-4DD9-80FE-E274F04C4594}" dt="2026-08-17T13:47:02.343" v="2140"/>
          <ac:spMkLst>
            <pc:docMk/>
            <pc:sldMk cId="0" sldId="270"/>
            <ac:spMk id="102" creationId="{1B5EEEB8-ECF9-ABE5-3134-87244CB7812D}"/>
          </ac:spMkLst>
        </pc:spChg>
        <pc:spChg chg="mod">
          <ac:chgData name="Jin young Choi" userId="3348430de398f430" providerId="LiveId" clId="{D6AC804E-3741-4DD9-80FE-E274F04C4594}" dt="2026-08-17T13:47:02.343" v="2140"/>
          <ac:spMkLst>
            <pc:docMk/>
            <pc:sldMk cId="0" sldId="270"/>
            <ac:spMk id="104" creationId="{A63E176C-07DB-964D-1E1B-240AA4489286}"/>
          </ac:spMkLst>
        </pc:spChg>
        <pc:spChg chg="mod">
          <ac:chgData name="Jin young Choi" userId="3348430de398f430" providerId="LiveId" clId="{D6AC804E-3741-4DD9-80FE-E274F04C4594}" dt="2026-08-17T13:47:02.343" v="2140"/>
          <ac:spMkLst>
            <pc:docMk/>
            <pc:sldMk cId="0" sldId="270"/>
            <ac:spMk id="105" creationId="{D74A090D-1DF8-BE8F-6EF4-A2C7AD53872E}"/>
          </ac:spMkLst>
        </pc:spChg>
        <pc:grpChg chg="del">
          <ac:chgData name="Jin young Choi" userId="3348430de398f430" providerId="LiveId" clId="{D6AC804E-3741-4DD9-80FE-E274F04C4594}" dt="2026-08-17T13:52:17.392" v="2492" actId="21"/>
          <ac:grpSpMkLst>
            <pc:docMk/>
            <pc:sldMk cId="0" sldId="270"/>
            <ac:grpSpMk id="84" creationId="{2F65C483-DFE9-4D0A-F8EA-4AD31FE276AF}"/>
          </ac:grpSpMkLst>
        </pc:grpChg>
      </pc:sldChg>
      <pc:sldChg chg="addSp delSp del mod">
        <pc:chgData name="Jin young Choi" userId="3348430de398f430" providerId="LiveId" clId="{D6AC804E-3741-4DD9-80FE-E274F04C4594}" dt="2026-08-17T14:06:08.787" v="2966" actId="2696"/>
        <pc:sldMkLst>
          <pc:docMk/>
          <pc:sldMk cId="0" sldId="271"/>
        </pc:sldMkLst>
        <pc:spChg chg="add del">
          <ac:chgData name="Jin young Choi" userId="3348430de398f430" providerId="LiveId" clId="{D6AC804E-3741-4DD9-80FE-E274F04C4594}" dt="2026-08-17T13:39:23.637" v="1295" actId="21"/>
          <ac:spMkLst>
            <pc:docMk/>
            <pc:sldMk cId="0" sldId="271"/>
            <ac:spMk id="8" creationId="{00000000-0000-0000-0000-000000000000}"/>
          </ac:spMkLst>
        </pc:spChg>
        <pc:spChg chg="add del">
          <ac:chgData name="Jin young Choi" userId="3348430de398f430" providerId="LiveId" clId="{D6AC804E-3741-4DD9-80FE-E274F04C4594}" dt="2026-08-17T13:39:23.637" v="1295" actId="21"/>
          <ac:spMkLst>
            <pc:docMk/>
            <pc:sldMk cId="0" sldId="271"/>
            <ac:spMk id="10" creationId="{00000000-0000-0000-0000-000000000000}"/>
          </ac:spMkLst>
        </pc:spChg>
        <pc:spChg chg="add del">
          <ac:chgData name="Jin young Choi" userId="3348430de398f430" providerId="LiveId" clId="{D6AC804E-3741-4DD9-80FE-E274F04C4594}" dt="2026-08-17T13:39:23.637" v="1295" actId="21"/>
          <ac:spMkLst>
            <pc:docMk/>
            <pc:sldMk cId="0" sldId="271"/>
            <ac:spMk id="11" creationId="{00000000-0000-0000-0000-000000000000}"/>
          </ac:spMkLst>
        </pc:spChg>
        <pc:spChg chg="add del">
          <ac:chgData name="Jin young Choi" userId="3348430de398f430" providerId="LiveId" clId="{D6AC804E-3741-4DD9-80FE-E274F04C4594}" dt="2026-08-17T13:39:23.637" v="1295" actId="21"/>
          <ac:spMkLst>
            <pc:docMk/>
            <pc:sldMk cId="0" sldId="271"/>
            <ac:spMk id="12" creationId="{00000000-0000-0000-0000-000000000000}"/>
          </ac:spMkLst>
        </pc:spChg>
        <pc:spChg chg="add del">
          <ac:chgData name="Jin young Choi" userId="3348430de398f430" providerId="LiveId" clId="{D6AC804E-3741-4DD9-80FE-E274F04C4594}" dt="2026-08-17T13:39:23.637" v="1295" actId="21"/>
          <ac:spMkLst>
            <pc:docMk/>
            <pc:sldMk cId="0" sldId="271"/>
            <ac:spMk id="13" creationId="{00000000-0000-0000-0000-000000000000}"/>
          </ac:spMkLst>
        </pc:spChg>
        <pc:spChg chg="add del">
          <ac:chgData name="Jin young Choi" userId="3348430de398f430" providerId="LiveId" clId="{D6AC804E-3741-4DD9-80FE-E274F04C4594}" dt="2026-08-17T13:39:23.637" v="1295" actId="21"/>
          <ac:spMkLst>
            <pc:docMk/>
            <pc:sldMk cId="0" sldId="271"/>
            <ac:spMk id="15" creationId="{00000000-0000-0000-0000-000000000000}"/>
          </ac:spMkLst>
        </pc:spChg>
        <pc:spChg chg="add del">
          <ac:chgData name="Jin young Choi" userId="3348430de398f430" providerId="LiveId" clId="{D6AC804E-3741-4DD9-80FE-E274F04C4594}" dt="2026-08-17T13:39:23.637" v="1295" actId="21"/>
          <ac:spMkLst>
            <pc:docMk/>
            <pc:sldMk cId="0" sldId="271"/>
            <ac:spMk id="16" creationId="{00000000-0000-0000-0000-000000000000}"/>
          </ac:spMkLst>
        </pc:spChg>
        <pc:spChg chg="add del">
          <ac:chgData name="Jin young Choi" userId="3348430de398f430" providerId="LiveId" clId="{D6AC804E-3741-4DD9-80FE-E274F04C4594}" dt="2026-08-17T13:39:23.637" v="1295" actId="21"/>
          <ac:spMkLst>
            <pc:docMk/>
            <pc:sldMk cId="0" sldId="271"/>
            <ac:spMk id="17" creationId="{00000000-0000-0000-0000-000000000000}"/>
          </ac:spMkLst>
        </pc:spChg>
        <pc:spChg chg="add del">
          <ac:chgData name="Jin young Choi" userId="3348430de398f430" providerId="LiveId" clId="{D6AC804E-3741-4DD9-80FE-E274F04C4594}" dt="2026-08-17T13:39:23.637" v="1295" actId="21"/>
          <ac:spMkLst>
            <pc:docMk/>
            <pc:sldMk cId="0" sldId="271"/>
            <ac:spMk id="18" creationId="{00000000-0000-0000-0000-000000000000}"/>
          </ac:spMkLst>
        </pc:spChg>
        <pc:spChg chg="add del">
          <ac:chgData name="Jin young Choi" userId="3348430de398f430" providerId="LiveId" clId="{D6AC804E-3741-4DD9-80FE-E274F04C4594}" dt="2026-08-17T13:39:23.637" v="1295" actId="21"/>
          <ac:spMkLst>
            <pc:docMk/>
            <pc:sldMk cId="0" sldId="271"/>
            <ac:spMk id="21" creationId="{00000000-0000-0000-0000-000000000000}"/>
          </ac:spMkLst>
        </pc:spChg>
      </pc:sldChg>
      <pc:sldChg chg="delSp modSp mod">
        <pc:chgData name="Jin young Choi" userId="3348430de398f430" providerId="LiveId" clId="{D6AC804E-3741-4DD9-80FE-E274F04C4594}" dt="2026-08-17T14:19:58.643" v="3259" actId="207"/>
        <pc:sldMkLst>
          <pc:docMk/>
          <pc:sldMk cId="0" sldId="272"/>
        </pc:sldMkLst>
        <pc:spChg chg="mod">
          <ac:chgData name="Jin young Choi" userId="3348430de398f430" providerId="LiveId" clId="{D6AC804E-3741-4DD9-80FE-E274F04C4594}" dt="2026-08-17T14:17:31.370" v="3235" actId="207"/>
          <ac:spMkLst>
            <pc:docMk/>
            <pc:sldMk cId="0" sldId="272"/>
            <ac:spMk id="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7:39.476" v="3237" actId="207"/>
          <ac:spMkLst>
            <pc:docMk/>
            <pc:sldMk cId="0" sldId="272"/>
            <ac:spMk id="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7:35.428" v="3236" actId="207"/>
          <ac:spMkLst>
            <pc:docMk/>
            <pc:sldMk cId="0" sldId="272"/>
            <ac:spMk id="4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4:17:42.752" v="3238" actId="478"/>
          <ac:spMkLst>
            <pc:docMk/>
            <pc:sldMk cId="0" sldId="272"/>
            <ac:spMk id="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8:18.430" v="3044" actId="20577"/>
          <ac:spMkLst>
            <pc:docMk/>
            <pc:sldMk cId="0" sldId="272"/>
            <ac:spMk id="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9:58.643" v="3259" actId="207"/>
          <ac:spMkLst>
            <pc:docMk/>
            <pc:sldMk cId="0" sldId="272"/>
            <ac:spMk id="1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9:58.643" v="3259" actId="207"/>
          <ac:spMkLst>
            <pc:docMk/>
            <pc:sldMk cId="0" sldId="272"/>
            <ac:spMk id="1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9:58.643" v="3259" actId="207"/>
          <ac:spMkLst>
            <pc:docMk/>
            <pc:sldMk cId="0" sldId="272"/>
            <ac:spMk id="1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7:20.017" v="3025" actId="122"/>
          <ac:spMkLst>
            <pc:docMk/>
            <pc:sldMk cId="0" sldId="272"/>
            <ac:spMk id="1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6:53.402" v="3004" actId="20577"/>
          <ac:spMkLst>
            <pc:docMk/>
            <pc:sldMk cId="0" sldId="272"/>
            <ac:spMk id="14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6:51.341" v="3002" actId="20577"/>
          <ac:spMkLst>
            <pc:docMk/>
            <pc:sldMk cId="0" sldId="272"/>
            <ac:spMk id="1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7:20.017" v="3025" actId="122"/>
          <ac:spMkLst>
            <pc:docMk/>
            <pc:sldMk cId="0" sldId="272"/>
            <ac:spMk id="16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6:54.505" v="3006" actId="20577"/>
          <ac:spMkLst>
            <pc:docMk/>
            <pc:sldMk cId="0" sldId="272"/>
            <ac:spMk id="1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6:37.004" v="2997"/>
          <ac:spMkLst>
            <pc:docMk/>
            <pc:sldMk cId="0" sldId="272"/>
            <ac:spMk id="1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7:20.017" v="3025" actId="122"/>
          <ac:spMkLst>
            <pc:docMk/>
            <pc:sldMk cId="0" sldId="272"/>
            <ac:spMk id="1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6:56.719" v="3008" actId="20577"/>
          <ac:spMkLst>
            <pc:docMk/>
            <pc:sldMk cId="0" sldId="272"/>
            <ac:spMk id="2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7:07.085" v="3022" actId="20577"/>
          <ac:spMkLst>
            <pc:docMk/>
            <pc:sldMk cId="0" sldId="272"/>
            <ac:spMk id="2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7:20.017" v="3025" actId="122"/>
          <ac:spMkLst>
            <pc:docMk/>
            <pc:sldMk cId="0" sldId="272"/>
            <ac:spMk id="2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6:58.399" v="3010" actId="20577"/>
          <ac:spMkLst>
            <pc:docMk/>
            <pc:sldMk cId="0" sldId="272"/>
            <ac:spMk id="2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7:46.475" v="3028" actId="20577"/>
          <ac:spMkLst>
            <pc:docMk/>
            <pc:sldMk cId="0" sldId="272"/>
            <ac:spMk id="24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7:20.017" v="3025" actId="122"/>
          <ac:spMkLst>
            <pc:docMk/>
            <pc:sldMk cId="0" sldId="272"/>
            <ac:spMk id="2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6:59.996" v="3012" actId="20577"/>
          <ac:spMkLst>
            <pc:docMk/>
            <pc:sldMk cId="0" sldId="272"/>
            <ac:spMk id="26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7:04.704" v="3018" actId="20577"/>
          <ac:spMkLst>
            <pc:docMk/>
            <pc:sldMk cId="0" sldId="272"/>
            <ac:spMk id="2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7:20.017" v="3025" actId="122"/>
          <ac:spMkLst>
            <pc:docMk/>
            <pc:sldMk cId="0" sldId="272"/>
            <ac:spMk id="2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7:01.361" v="3014" actId="20577"/>
          <ac:spMkLst>
            <pc:docMk/>
            <pc:sldMk cId="0" sldId="272"/>
            <ac:spMk id="2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7:56.977" v="3031" actId="6549"/>
          <ac:spMkLst>
            <pc:docMk/>
            <pc:sldMk cId="0" sldId="272"/>
            <ac:spMk id="3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7:20.017" v="3025" actId="122"/>
          <ac:spMkLst>
            <pc:docMk/>
            <pc:sldMk cId="0" sldId="272"/>
            <ac:spMk id="3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7:02.391" v="3016" actId="20577"/>
          <ac:spMkLst>
            <pc:docMk/>
            <pc:sldMk cId="0" sldId="272"/>
            <ac:spMk id="3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7:12.230" v="3024" actId="1076"/>
          <ac:spMkLst>
            <pc:docMk/>
            <pc:sldMk cId="0" sldId="272"/>
            <ac:spMk id="34" creationId="{00000000-0000-0000-0000-000000000000}"/>
          </ac:spMkLst>
        </pc:spChg>
      </pc:sldChg>
      <pc:sldChg chg="addSp delSp modSp mod">
        <pc:chgData name="Jin young Choi" userId="3348430de398f430" providerId="LiveId" clId="{D6AC804E-3741-4DD9-80FE-E274F04C4594}" dt="2026-08-17T15:27:51.409" v="4582" actId="207"/>
        <pc:sldMkLst>
          <pc:docMk/>
          <pc:sldMk cId="0" sldId="273"/>
        </pc:sldMkLst>
        <pc:spChg chg="mod">
          <ac:chgData name="Jin young Choi" userId="3348430de398f430" providerId="LiveId" clId="{D6AC804E-3741-4DD9-80FE-E274F04C4594}" dt="2026-08-17T14:17:23.561" v="3233" actId="2085"/>
          <ac:spMkLst>
            <pc:docMk/>
            <pc:sldMk cId="0" sldId="273"/>
            <ac:spMk id="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6:19.181" v="3172" actId="207"/>
          <ac:spMkLst>
            <pc:docMk/>
            <pc:sldMk cId="0" sldId="273"/>
            <ac:spMk id="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6:23.702" v="3173" actId="207"/>
          <ac:spMkLst>
            <pc:docMk/>
            <pc:sldMk cId="0" sldId="273"/>
            <ac:spMk id="4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4:16:32.538" v="3175" actId="478"/>
          <ac:spMkLst>
            <pc:docMk/>
            <pc:sldMk cId="0" sldId="273"/>
            <ac:spMk id="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3:57.864" v="3060" actId="1076"/>
          <ac:spMkLst>
            <pc:docMk/>
            <pc:sldMk cId="0" sldId="273"/>
            <ac:spMk id="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3:57.864" v="3060" actId="1076"/>
          <ac:spMkLst>
            <pc:docMk/>
            <pc:sldMk cId="0" sldId="273"/>
            <ac:spMk id="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3:57.864" v="3060" actId="1076"/>
          <ac:spMkLst>
            <pc:docMk/>
            <pc:sldMk cId="0" sldId="273"/>
            <ac:spMk id="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4:01.035" v="3061" actId="1076"/>
          <ac:spMkLst>
            <pc:docMk/>
            <pc:sldMk cId="0" sldId="273"/>
            <ac:spMk id="1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4:01.035" v="3061" actId="1076"/>
          <ac:spMkLst>
            <pc:docMk/>
            <pc:sldMk cId="0" sldId="273"/>
            <ac:spMk id="1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7:14.204" v="3232" actId="6549"/>
          <ac:spMkLst>
            <pc:docMk/>
            <pc:sldMk cId="0" sldId="273"/>
            <ac:spMk id="1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7:51.409" v="4582" actId="207"/>
          <ac:spMkLst>
            <pc:docMk/>
            <pc:sldMk cId="0" sldId="273"/>
            <ac:spMk id="1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7:51.409" v="4582" actId="207"/>
          <ac:spMkLst>
            <pc:docMk/>
            <pc:sldMk cId="0" sldId="273"/>
            <ac:spMk id="14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4:24.857" v="3068" actId="122"/>
          <ac:spMkLst>
            <pc:docMk/>
            <pc:sldMk cId="0" sldId="273"/>
            <ac:spMk id="1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4:39.429" v="3090"/>
          <ac:spMkLst>
            <pc:docMk/>
            <pc:sldMk cId="0" sldId="273"/>
            <ac:spMk id="16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4:24.857" v="3068" actId="122"/>
          <ac:spMkLst>
            <pc:docMk/>
            <pc:sldMk cId="0" sldId="273"/>
            <ac:spMk id="1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4:42.578" v="3092" actId="20577"/>
          <ac:spMkLst>
            <pc:docMk/>
            <pc:sldMk cId="0" sldId="273"/>
            <ac:spMk id="1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4:24.857" v="3068" actId="122"/>
          <ac:spMkLst>
            <pc:docMk/>
            <pc:sldMk cId="0" sldId="273"/>
            <ac:spMk id="1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4:46.648" v="3094" actId="20577"/>
          <ac:spMkLst>
            <pc:docMk/>
            <pc:sldMk cId="0" sldId="273"/>
            <ac:spMk id="2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4:24.857" v="3068" actId="122"/>
          <ac:spMkLst>
            <pc:docMk/>
            <pc:sldMk cId="0" sldId="273"/>
            <ac:spMk id="2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4:49.586" v="3096" actId="20577"/>
          <ac:spMkLst>
            <pc:docMk/>
            <pc:sldMk cId="0" sldId="273"/>
            <ac:spMk id="2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4:24.857" v="3068" actId="122"/>
          <ac:spMkLst>
            <pc:docMk/>
            <pc:sldMk cId="0" sldId="273"/>
            <ac:spMk id="2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4:52.489" v="3098" actId="20577"/>
          <ac:spMkLst>
            <pc:docMk/>
            <pc:sldMk cId="0" sldId="273"/>
            <ac:spMk id="24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4:24.857" v="3068" actId="122"/>
          <ac:spMkLst>
            <pc:docMk/>
            <pc:sldMk cId="0" sldId="273"/>
            <ac:spMk id="2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4:56.641" v="3100" actId="20577"/>
          <ac:spMkLst>
            <pc:docMk/>
            <pc:sldMk cId="0" sldId="273"/>
            <ac:spMk id="26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4:24.857" v="3068" actId="122"/>
          <ac:spMkLst>
            <pc:docMk/>
            <pc:sldMk cId="0" sldId="273"/>
            <ac:spMk id="2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4:59.786" v="3102" actId="20577"/>
          <ac:spMkLst>
            <pc:docMk/>
            <pc:sldMk cId="0" sldId="273"/>
            <ac:spMk id="28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4:16:08.348" v="3171" actId="1076"/>
          <ac:spMkLst>
            <pc:docMk/>
            <pc:sldMk cId="0" sldId="273"/>
            <ac:spMk id="32" creationId="{6DAF6051-7D95-7C91-5831-98C00DD1D1D1}"/>
          </ac:spMkLst>
        </pc:spChg>
        <pc:picChg chg="add mod">
          <ac:chgData name="Jin young Choi" userId="3348430de398f430" providerId="LiveId" clId="{D6AC804E-3741-4DD9-80FE-E274F04C4594}" dt="2026-08-17T14:14:14.692" v="3067" actId="1076"/>
          <ac:picMkLst>
            <pc:docMk/>
            <pc:sldMk cId="0" sldId="273"/>
            <ac:picMk id="31" creationId="{7AC396A5-4904-7923-24CC-8400E2C74C43}"/>
          </ac:picMkLst>
        </pc:picChg>
      </pc:sldChg>
      <pc:sldChg chg="delSp modSp mod">
        <pc:chgData name="Jin young Choi" userId="3348430de398f430" providerId="LiveId" clId="{D6AC804E-3741-4DD9-80FE-E274F04C4594}" dt="2026-08-17T14:20:10.604" v="3261" actId="207"/>
        <pc:sldMkLst>
          <pc:docMk/>
          <pc:sldMk cId="0" sldId="274"/>
        </pc:sldMkLst>
        <pc:spChg chg="mod">
          <ac:chgData name="Jin young Choi" userId="3348430de398f430" providerId="LiveId" clId="{D6AC804E-3741-4DD9-80FE-E274F04C4594}" dt="2026-08-17T14:18:11.413" v="3243" actId="207"/>
          <ac:spMkLst>
            <pc:docMk/>
            <pc:sldMk cId="0" sldId="274"/>
            <ac:spMk id="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7:54.396" v="3239" actId="207"/>
          <ac:spMkLst>
            <pc:docMk/>
            <pc:sldMk cId="0" sldId="274"/>
            <ac:spMk id="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8:01.095" v="3240" actId="207"/>
          <ac:spMkLst>
            <pc:docMk/>
            <pc:sldMk cId="0" sldId="274"/>
            <ac:spMk id="4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4:18:06.840" v="3241" actId="478"/>
          <ac:spMkLst>
            <pc:docMk/>
            <pc:sldMk cId="0" sldId="274"/>
            <ac:spMk id="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20:10.604" v="3261" actId="207"/>
          <ac:spMkLst>
            <pc:docMk/>
            <pc:sldMk cId="0" sldId="274"/>
            <ac:spMk id="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20:10.604" v="3261" actId="207"/>
          <ac:spMkLst>
            <pc:docMk/>
            <pc:sldMk cId="0" sldId="274"/>
            <ac:spMk id="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20:10.604" v="3261" actId="207"/>
          <ac:spMkLst>
            <pc:docMk/>
            <pc:sldMk cId="0" sldId="274"/>
            <ac:spMk id="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20:10.604" v="3261" actId="207"/>
          <ac:spMkLst>
            <pc:docMk/>
            <pc:sldMk cId="0" sldId="274"/>
            <ac:spMk id="1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8:23.582" v="3244" actId="122"/>
          <ac:spMkLst>
            <pc:docMk/>
            <pc:sldMk cId="0" sldId="274"/>
            <ac:spMk id="1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8:23.582" v="3244" actId="122"/>
          <ac:spMkLst>
            <pc:docMk/>
            <pc:sldMk cId="0" sldId="274"/>
            <ac:spMk id="1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8:23.582" v="3244" actId="122"/>
          <ac:spMkLst>
            <pc:docMk/>
            <pc:sldMk cId="0" sldId="274"/>
            <ac:spMk id="14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8:23.582" v="3244" actId="122"/>
          <ac:spMkLst>
            <pc:docMk/>
            <pc:sldMk cId="0" sldId="274"/>
            <ac:spMk id="1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8:23.582" v="3244" actId="122"/>
          <ac:spMkLst>
            <pc:docMk/>
            <pc:sldMk cId="0" sldId="274"/>
            <ac:spMk id="1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8:23.582" v="3244" actId="122"/>
          <ac:spMkLst>
            <pc:docMk/>
            <pc:sldMk cId="0" sldId="274"/>
            <ac:spMk id="26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8:23.582" v="3244" actId="122"/>
          <ac:spMkLst>
            <pc:docMk/>
            <pc:sldMk cId="0" sldId="274"/>
            <ac:spMk id="3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8:23.582" v="3244" actId="122"/>
          <ac:spMkLst>
            <pc:docMk/>
            <pc:sldMk cId="0" sldId="274"/>
            <ac:spMk id="34" creationId="{00000000-0000-0000-0000-000000000000}"/>
          </ac:spMkLst>
        </pc:spChg>
      </pc:sldChg>
      <pc:sldChg chg="modSp mod">
        <pc:chgData name="Jin young Choi" userId="3348430de398f430" providerId="LiveId" clId="{D6AC804E-3741-4DD9-80FE-E274F04C4594}" dt="2026-08-17T14:22:33.196" v="3302" actId="2085"/>
        <pc:sldMkLst>
          <pc:docMk/>
          <pc:sldMk cId="0" sldId="275"/>
        </pc:sldMkLst>
        <pc:spChg chg="mod">
          <ac:chgData name="Jin young Choi" userId="3348430de398f430" providerId="LiveId" clId="{D6AC804E-3741-4DD9-80FE-E274F04C4594}" dt="2026-08-17T14:22:33.196" v="3302" actId="2085"/>
          <ac:spMkLst>
            <pc:docMk/>
            <pc:sldMk cId="0" sldId="275"/>
            <ac:spMk id="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20:30.850" v="3264" actId="207"/>
          <ac:spMkLst>
            <pc:docMk/>
            <pc:sldMk cId="0" sldId="275"/>
            <ac:spMk id="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20:24.653" v="3263" actId="207"/>
          <ac:spMkLst>
            <pc:docMk/>
            <pc:sldMk cId="0" sldId="275"/>
            <ac:spMk id="4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22:29.146" v="3301" actId="2085"/>
          <ac:spMkLst>
            <pc:docMk/>
            <pc:sldMk cId="0" sldId="275"/>
            <ac:spMk id="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20:58.332" v="3266" actId="14100"/>
          <ac:spMkLst>
            <pc:docMk/>
            <pc:sldMk cId="0" sldId="275"/>
            <ac:spMk id="1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21:47.780" v="3267" actId="14100"/>
          <ac:spMkLst>
            <pc:docMk/>
            <pc:sldMk cId="0" sldId="275"/>
            <ac:spMk id="1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22:16.142" v="3300" actId="27636"/>
          <ac:spMkLst>
            <pc:docMk/>
            <pc:sldMk cId="0" sldId="275"/>
            <ac:spMk id="15" creationId="{00000000-0000-0000-0000-000000000000}"/>
          </ac:spMkLst>
        </pc:spChg>
      </pc:sldChg>
      <pc:sldChg chg="delSp modSp mod">
        <pc:chgData name="Jin young Choi" userId="3348430de398f430" providerId="LiveId" clId="{D6AC804E-3741-4DD9-80FE-E274F04C4594}" dt="2026-08-17T15:27:36.272" v="4580" actId="6549"/>
        <pc:sldMkLst>
          <pc:docMk/>
          <pc:sldMk cId="0" sldId="276"/>
        </pc:sldMkLst>
        <pc:spChg chg="mod">
          <ac:chgData name="Jin young Choi" userId="3348430de398f430" providerId="LiveId" clId="{D6AC804E-3741-4DD9-80FE-E274F04C4594}" dt="2026-08-17T14:28:30.538" v="3307" actId="207"/>
          <ac:spMkLst>
            <pc:docMk/>
            <pc:sldMk cId="0" sldId="276"/>
            <ac:spMk id="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28:16.197" v="3303" actId="207"/>
          <ac:spMkLst>
            <pc:docMk/>
            <pc:sldMk cId="0" sldId="276"/>
            <ac:spMk id="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28:19.483" v="3304" actId="207"/>
          <ac:spMkLst>
            <pc:docMk/>
            <pc:sldMk cId="0" sldId="276"/>
            <ac:spMk id="4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4:28:23.271" v="3305" actId="478"/>
          <ac:spMkLst>
            <pc:docMk/>
            <pc:sldMk cId="0" sldId="276"/>
            <ac:spMk id="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32:49.891" v="3511" actId="14100"/>
          <ac:spMkLst>
            <pc:docMk/>
            <pc:sldMk cId="0" sldId="276"/>
            <ac:spMk id="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32:49.891" v="3511" actId="14100"/>
          <ac:spMkLst>
            <pc:docMk/>
            <pc:sldMk cId="0" sldId="276"/>
            <ac:spMk id="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32:49.891" v="3511" actId="14100"/>
          <ac:spMkLst>
            <pc:docMk/>
            <pc:sldMk cId="0" sldId="276"/>
            <ac:spMk id="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6:38.467" v="4541" actId="113"/>
          <ac:spMkLst>
            <pc:docMk/>
            <pc:sldMk cId="0" sldId="276"/>
            <ac:spMk id="1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32:28.403" v="3507" actId="20577"/>
          <ac:spMkLst>
            <pc:docMk/>
            <pc:sldMk cId="0" sldId="276"/>
            <ac:spMk id="1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33:07.197" v="3524"/>
          <ac:spMkLst>
            <pc:docMk/>
            <pc:sldMk cId="0" sldId="276"/>
            <ac:spMk id="1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28:40.025" v="3308" actId="122"/>
          <ac:spMkLst>
            <pc:docMk/>
            <pc:sldMk cId="0" sldId="276"/>
            <ac:spMk id="1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29:34.612" v="3328" actId="20577"/>
          <ac:spMkLst>
            <pc:docMk/>
            <pc:sldMk cId="0" sldId="276"/>
            <ac:spMk id="14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29:56.212" v="3365"/>
          <ac:spMkLst>
            <pc:docMk/>
            <pc:sldMk cId="0" sldId="276"/>
            <ac:spMk id="1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28:40.025" v="3308" actId="122"/>
          <ac:spMkLst>
            <pc:docMk/>
            <pc:sldMk cId="0" sldId="276"/>
            <ac:spMk id="16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30:56.134" v="3433" actId="20577"/>
          <ac:spMkLst>
            <pc:docMk/>
            <pc:sldMk cId="0" sldId="276"/>
            <ac:spMk id="1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31:04.563" v="3440" actId="20577"/>
          <ac:spMkLst>
            <pc:docMk/>
            <pc:sldMk cId="0" sldId="276"/>
            <ac:spMk id="1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31:51.141" v="3472" actId="14100"/>
          <ac:spMkLst>
            <pc:docMk/>
            <pc:sldMk cId="0" sldId="276"/>
            <ac:spMk id="1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7:36.272" v="4580" actId="6549"/>
          <ac:spMkLst>
            <pc:docMk/>
            <pc:sldMk cId="0" sldId="276"/>
            <ac:spMk id="21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4:31:59.341" v="3473" actId="478"/>
          <ac:spMkLst>
            <pc:docMk/>
            <pc:sldMk cId="0" sldId="276"/>
            <ac:spMk id="22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4:31:59.341" v="3473" actId="478"/>
          <ac:spMkLst>
            <pc:docMk/>
            <pc:sldMk cId="0" sldId="276"/>
            <ac:spMk id="23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4:31:59.341" v="3473" actId="478"/>
          <ac:spMkLst>
            <pc:docMk/>
            <pc:sldMk cId="0" sldId="276"/>
            <ac:spMk id="24" creationId="{00000000-0000-0000-0000-000000000000}"/>
          </ac:spMkLst>
        </pc:spChg>
      </pc:sldChg>
      <pc:sldChg chg="delSp modSp mod">
        <pc:chgData name="Jin young Choi" userId="3348430de398f430" providerId="LiveId" clId="{D6AC804E-3741-4DD9-80FE-E274F04C4594}" dt="2026-08-17T14:36:53.365" v="3566" actId="20577"/>
        <pc:sldMkLst>
          <pc:docMk/>
          <pc:sldMk cId="0" sldId="277"/>
        </pc:sldMkLst>
        <pc:spChg chg="mod">
          <ac:chgData name="Jin young Choi" userId="3348430de398f430" providerId="LiveId" clId="{D6AC804E-3741-4DD9-80FE-E274F04C4594}" dt="2026-08-17T14:33:47.725" v="3529" actId="207"/>
          <ac:spMkLst>
            <pc:docMk/>
            <pc:sldMk cId="0" sldId="277"/>
            <ac:spMk id="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33:36.126" v="3525" actId="207"/>
          <ac:spMkLst>
            <pc:docMk/>
            <pc:sldMk cId="0" sldId="277"/>
            <ac:spMk id="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33:39.373" v="3526" actId="207"/>
          <ac:spMkLst>
            <pc:docMk/>
            <pc:sldMk cId="0" sldId="277"/>
            <ac:spMk id="4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4:33:42.632" v="3527" actId="478"/>
          <ac:spMkLst>
            <pc:docMk/>
            <pc:sldMk cId="0" sldId="277"/>
            <ac:spMk id="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35:09.005" v="3561"/>
          <ac:spMkLst>
            <pc:docMk/>
            <pc:sldMk cId="0" sldId="277"/>
            <ac:spMk id="1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36:53.365" v="3566" actId="20577"/>
          <ac:spMkLst>
            <pc:docMk/>
            <pc:sldMk cId="0" sldId="277"/>
            <ac:spMk id="15" creationId="{00000000-0000-0000-0000-000000000000}"/>
          </ac:spMkLst>
        </pc:spChg>
      </pc:sldChg>
      <pc:sldChg chg="addSp delSp modSp mod">
        <pc:chgData name="Jin young Choi" userId="3348430de398f430" providerId="LiveId" clId="{D6AC804E-3741-4DD9-80FE-E274F04C4594}" dt="2026-08-17T15:38:41.912" v="4613"/>
        <pc:sldMkLst>
          <pc:docMk/>
          <pc:sldMk cId="0" sldId="278"/>
        </pc:sldMkLst>
        <pc:spChg chg="mod">
          <ac:chgData name="Jin young Choi" userId="3348430de398f430" providerId="LiveId" clId="{D6AC804E-3741-4DD9-80FE-E274F04C4594}" dt="2026-08-17T14:53:44.638" v="3912" actId="207"/>
          <ac:spMkLst>
            <pc:docMk/>
            <pc:sldMk cId="0" sldId="278"/>
            <ac:spMk id="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37:56.788" v="3569" actId="207"/>
          <ac:spMkLst>
            <pc:docMk/>
            <pc:sldMk cId="0" sldId="278"/>
            <ac:spMk id="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38:41.912" v="4613"/>
          <ac:spMkLst>
            <pc:docMk/>
            <pc:sldMk cId="0" sldId="278"/>
            <ac:spMk id="4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44:49.421" v="3690" actId="14100"/>
          <ac:spMkLst>
            <pc:docMk/>
            <pc:sldMk cId="0" sldId="278"/>
            <ac:spMk id="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41:01.484" v="3583" actId="1076"/>
          <ac:spMkLst>
            <pc:docMk/>
            <pc:sldMk cId="0" sldId="278"/>
            <ac:spMk id="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1:49.640" v="4502" actId="20577"/>
          <ac:spMkLst>
            <pc:docMk/>
            <pc:sldMk cId="0" sldId="278"/>
            <ac:spMk id="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53:21.597" v="3909" actId="14100"/>
          <ac:spMkLst>
            <pc:docMk/>
            <pc:sldMk cId="0" sldId="278"/>
            <ac:spMk id="1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44:28.958" v="3678" actId="1076"/>
          <ac:spMkLst>
            <pc:docMk/>
            <pc:sldMk cId="0" sldId="278"/>
            <ac:spMk id="1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53:28.334" v="3910" actId="113"/>
          <ac:spMkLst>
            <pc:docMk/>
            <pc:sldMk cId="0" sldId="278"/>
            <ac:spMk id="12" creationId="{00000000-0000-0000-0000-000000000000}"/>
          </ac:spMkLst>
        </pc:spChg>
        <pc:spChg chg="add del mod">
          <ac:chgData name="Jin young Choi" userId="3348430de398f430" providerId="LiveId" clId="{D6AC804E-3741-4DD9-80FE-E274F04C4594}" dt="2026-08-17T14:48:48.068" v="3695" actId="478"/>
          <ac:spMkLst>
            <pc:docMk/>
            <pc:sldMk cId="0" sldId="278"/>
            <ac:spMk id="14" creationId="{00000000-0000-0000-0000-000000000000}"/>
          </ac:spMkLst>
        </pc:spChg>
        <pc:spChg chg="add del mod">
          <ac:chgData name="Jin young Choi" userId="3348430de398f430" providerId="LiveId" clId="{D6AC804E-3741-4DD9-80FE-E274F04C4594}" dt="2026-08-17T14:48:48.068" v="3695" actId="478"/>
          <ac:spMkLst>
            <pc:docMk/>
            <pc:sldMk cId="0" sldId="278"/>
            <ac:spMk id="16" creationId="{00000000-0000-0000-0000-000000000000}"/>
          </ac:spMkLst>
        </pc:spChg>
        <pc:spChg chg="add del mod">
          <ac:chgData name="Jin young Choi" userId="3348430de398f430" providerId="LiveId" clId="{D6AC804E-3741-4DD9-80FE-E274F04C4594}" dt="2026-08-17T14:48:48.068" v="3695" actId="478"/>
          <ac:spMkLst>
            <pc:docMk/>
            <pc:sldMk cId="0" sldId="278"/>
            <ac:spMk id="17" creationId="{00000000-0000-0000-0000-000000000000}"/>
          </ac:spMkLst>
        </pc:spChg>
        <pc:spChg chg="add del mod">
          <ac:chgData name="Jin young Choi" userId="3348430de398f430" providerId="LiveId" clId="{D6AC804E-3741-4DD9-80FE-E274F04C4594}" dt="2026-08-17T14:48:48.068" v="3695" actId="478"/>
          <ac:spMkLst>
            <pc:docMk/>
            <pc:sldMk cId="0" sldId="278"/>
            <ac:spMk id="18" creationId="{00000000-0000-0000-0000-000000000000}"/>
          </ac:spMkLst>
        </pc:spChg>
        <pc:spChg chg="add del mod">
          <ac:chgData name="Jin young Choi" userId="3348430de398f430" providerId="LiveId" clId="{D6AC804E-3741-4DD9-80FE-E274F04C4594}" dt="2026-08-17T14:48:48.068" v="3695" actId="478"/>
          <ac:spMkLst>
            <pc:docMk/>
            <pc:sldMk cId="0" sldId="278"/>
            <ac:spMk id="19" creationId="{00000000-0000-0000-0000-000000000000}"/>
          </ac:spMkLst>
        </pc:spChg>
        <pc:spChg chg="add del mod">
          <ac:chgData name="Jin young Choi" userId="3348430de398f430" providerId="LiveId" clId="{D6AC804E-3741-4DD9-80FE-E274F04C4594}" dt="2026-08-17T14:48:48.068" v="3695" actId="478"/>
          <ac:spMkLst>
            <pc:docMk/>
            <pc:sldMk cId="0" sldId="278"/>
            <ac:spMk id="20" creationId="{00000000-0000-0000-0000-000000000000}"/>
          </ac:spMkLst>
        </pc:spChg>
        <pc:spChg chg="add del mod">
          <ac:chgData name="Jin young Choi" userId="3348430de398f430" providerId="LiveId" clId="{D6AC804E-3741-4DD9-80FE-E274F04C4594}" dt="2026-08-17T14:48:48.068" v="3695" actId="478"/>
          <ac:spMkLst>
            <pc:docMk/>
            <pc:sldMk cId="0" sldId="278"/>
            <ac:spMk id="22" creationId="{00000000-0000-0000-0000-000000000000}"/>
          </ac:spMkLst>
        </pc:spChg>
        <pc:spChg chg="add del mod">
          <ac:chgData name="Jin young Choi" userId="3348430de398f430" providerId="LiveId" clId="{D6AC804E-3741-4DD9-80FE-E274F04C4594}" dt="2026-08-17T14:48:48.068" v="3695" actId="478"/>
          <ac:spMkLst>
            <pc:docMk/>
            <pc:sldMk cId="0" sldId="278"/>
            <ac:spMk id="23" creationId="{00000000-0000-0000-0000-000000000000}"/>
          </ac:spMkLst>
        </pc:spChg>
        <pc:spChg chg="add del mod">
          <ac:chgData name="Jin young Choi" userId="3348430de398f430" providerId="LiveId" clId="{D6AC804E-3741-4DD9-80FE-E274F04C4594}" dt="2026-08-17T14:48:48.068" v="3695" actId="478"/>
          <ac:spMkLst>
            <pc:docMk/>
            <pc:sldMk cId="0" sldId="278"/>
            <ac:spMk id="24" creationId="{00000000-0000-0000-0000-000000000000}"/>
          </ac:spMkLst>
        </pc:spChg>
        <pc:spChg chg="add del mod">
          <ac:chgData name="Jin young Choi" userId="3348430de398f430" providerId="LiveId" clId="{D6AC804E-3741-4DD9-80FE-E274F04C4594}" dt="2026-08-17T14:48:48.068" v="3695" actId="478"/>
          <ac:spMkLst>
            <pc:docMk/>
            <pc:sldMk cId="0" sldId="278"/>
            <ac:spMk id="25" creationId="{00000000-0000-0000-0000-000000000000}"/>
          </ac:spMkLst>
        </pc:spChg>
        <pc:picChg chg="add del mod">
          <ac:chgData name="Jin young Choi" userId="3348430de398f430" providerId="LiveId" clId="{D6AC804E-3741-4DD9-80FE-E274F04C4594}" dt="2026-08-17T14:42:11.713" v="3586" actId="478"/>
          <ac:picMkLst>
            <pc:docMk/>
            <pc:sldMk cId="0" sldId="278"/>
            <ac:picMk id="28" creationId="{DC3A209E-90E4-4439-71C5-3F7A98939648}"/>
          </ac:picMkLst>
        </pc:picChg>
        <pc:picChg chg="add mod">
          <ac:chgData name="Jin young Choi" userId="3348430de398f430" providerId="LiveId" clId="{D6AC804E-3741-4DD9-80FE-E274F04C4594}" dt="2026-08-17T14:42:15.331" v="3588" actId="1076"/>
          <ac:picMkLst>
            <pc:docMk/>
            <pc:sldMk cId="0" sldId="278"/>
            <ac:picMk id="30" creationId="{B4E9290C-5B63-DD1B-E577-D992A81DAADE}"/>
          </ac:picMkLst>
        </pc:picChg>
        <pc:picChg chg="add mod">
          <ac:chgData name="Jin young Choi" userId="3348430de398f430" providerId="LiveId" clId="{D6AC804E-3741-4DD9-80FE-E274F04C4594}" dt="2026-08-17T14:53:01.629" v="3904" actId="1076"/>
          <ac:picMkLst>
            <pc:docMk/>
            <pc:sldMk cId="0" sldId="278"/>
            <ac:picMk id="32" creationId="{052862E6-707D-6918-7E37-C4F7A39DAA5B}"/>
          </ac:picMkLst>
        </pc:picChg>
      </pc:sldChg>
      <pc:sldChg chg="modSp mod">
        <pc:chgData name="Jin young Choi" userId="3348430de398f430" providerId="LiveId" clId="{D6AC804E-3741-4DD9-80FE-E274F04C4594}" dt="2026-08-17T15:04:27.270" v="4158" actId="20577"/>
        <pc:sldMkLst>
          <pc:docMk/>
          <pc:sldMk cId="0" sldId="279"/>
        </pc:sldMkLst>
        <pc:spChg chg="mod">
          <ac:chgData name="Jin young Choi" userId="3348430de398f430" providerId="LiveId" clId="{D6AC804E-3741-4DD9-80FE-E274F04C4594}" dt="2026-08-17T14:54:01.363" v="3914" actId="2085"/>
          <ac:spMkLst>
            <pc:docMk/>
            <pc:sldMk cId="0" sldId="279"/>
            <ac:spMk id="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54:04.288" v="3915" actId="207"/>
          <ac:spMkLst>
            <pc:docMk/>
            <pc:sldMk cId="0" sldId="279"/>
            <ac:spMk id="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54:07.263" v="3916" actId="207"/>
          <ac:spMkLst>
            <pc:docMk/>
            <pc:sldMk cId="0" sldId="279"/>
            <ac:spMk id="4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56:20.002" v="3935" actId="207"/>
          <ac:spMkLst>
            <pc:docMk/>
            <pc:sldMk cId="0" sldId="279"/>
            <ac:spMk id="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56:20.002" v="3935" actId="207"/>
          <ac:spMkLst>
            <pc:docMk/>
            <pc:sldMk cId="0" sldId="279"/>
            <ac:spMk id="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54:14.989" v="3917" actId="122"/>
          <ac:spMkLst>
            <pc:docMk/>
            <pc:sldMk cId="0" sldId="279"/>
            <ac:spMk id="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54:17.809" v="3919" actId="20577"/>
          <ac:spMkLst>
            <pc:docMk/>
            <pc:sldMk cId="0" sldId="279"/>
            <ac:spMk id="1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54:14.989" v="3917" actId="122"/>
          <ac:spMkLst>
            <pc:docMk/>
            <pc:sldMk cId="0" sldId="279"/>
            <ac:spMk id="1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54:20.589" v="3921" actId="20577"/>
          <ac:spMkLst>
            <pc:docMk/>
            <pc:sldMk cId="0" sldId="279"/>
            <ac:spMk id="1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54:14.989" v="3917" actId="122"/>
          <ac:spMkLst>
            <pc:docMk/>
            <pc:sldMk cId="0" sldId="279"/>
            <ac:spMk id="1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54:23.679" v="3923" actId="20577"/>
          <ac:spMkLst>
            <pc:docMk/>
            <pc:sldMk cId="0" sldId="279"/>
            <ac:spMk id="14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54:14.989" v="3917" actId="122"/>
          <ac:spMkLst>
            <pc:docMk/>
            <pc:sldMk cId="0" sldId="279"/>
            <ac:spMk id="1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56:12.265" v="3933" actId="20577"/>
          <ac:spMkLst>
            <pc:docMk/>
            <pc:sldMk cId="0" sldId="279"/>
            <ac:spMk id="16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54:14.989" v="3917" actId="122"/>
          <ac:spMkLst>
            <pc:docMk/>
            <pc:sldMk cId="0" sldId="279"/>
            <ac:spMk id="1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56:09.973" v="3931" actId="20577"/>
          <ac:spMkLst>
            <pc:docMk/>
            <pc:sldMk cId="0" sldId="279"/>
            <ac:spMk id="1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54:14.989" v="3917" actId="122"/>
          <ac:spMkLst>
            <pc:docMk/>
            <pc:sldMk cId="0" sldId="279"/>
            <ac:spMk id="1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56:07.792" v="3929" actId="20577"/>
          <ac:spMkLst>
            <pc:docMk/>
            <pc:sldMk cId="0" sldId="279"/>
            <ac:spMk id="2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54:14.989" v="3917" actId="122"/>
          <ac:spMkLst>
            <pc:docMk/>
            <pc:sldMk cId="0" sldId="279"/>
            <ac:spMk id="2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56:04.717" v="3927" actId="20577"/>
          <ac:spMkLst>
            <pc:docMk/>
            <pc:sldMk cId="0" sldId="279"/>
            <ac:spMk id="2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54:14.989" v="3917" actId="122"/>
          <ac:spMkLst>
            <pc:docMk/>
            <pc:sldMk cId="0" sldId="279"/>
            <ac:spMk id="2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56:00.836" v="3925" actId="20577"/>
          <ac:spMkLst>
            <pc:docMk/>
            <pc:sldMk cId="0" sldId="279"/>
            <ac:spMk id="24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56:42.150" v="3945"/>
          <ac:spMkLst>
            <pc:docMk/>
            <pc:sldMk cId="0" sldId="279"/>
            <ac:spMk id="26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04:27.270" v="4158" actId="20577"/>
          <ac:spMkLst>
            <pc:docMk/>
            <pc:sldMk cId="0" sldId="279"/>
            <ac:spMk id="27" creationId="{00000000-0000-0000-0000-000000000000}"/>
          </ac:spMkLst>
        </pc:spChg>
      </pc:sldChg>
      <pc:sldChg chg="delSp modSp del mod">
        <pc:chgData name="Jin young Choi" userId="3348430de398f430" providerId="LiveId" clId="{D6AC804E-3741-4DD9-80FE-E274F04C4594}" dt="2026-08-17T15:38:46.363" v="4614" actId="47"/>
        <pc:sldMkLst>
          <pc:docMk/>
          <pc:sldMk cId="0" sldId="280"/>
        </pc:sldMkLst>
        <pc:spChg chg="mod">
          <ac:chgData name="Jin young Choi" userId="3348430de398f430" providerId="LiveId" clId="{D6AC804E-3741-4DD9-80FE-E274F04C4594}" dt="2026-08-17T15:05:04.752" v="4164" actId="207"/>
          <ac:spMkLst>
            <pc:docMk/>
            <pc:sldMk cId="0" sldId="280"/>
            <ac:spMk id="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04:52.321" v="4159" actId="207"/>
          <ac:spMkLst>
            <pc:docMk/>
            <pc:sldMk cId="0" sldId="280"/>
            <ac:spMk id="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04:55.827" v="4160" actId="207"/>
          <ac:spMkLst>
            <pc:docMk/>
            <pc:sldMk cId="0" sldId="280"/>
            <ac:spMk id="4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5:04:59.006" v="4161" actId="478"/>
          <ac:spMkLst>
            <pc:docMk/>
            <pc:sldMk cId="0" sldId="280"/>
            <ac:spMk id="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05:23.716" v="4168" actId="207"/>
          <ac:spMkLst>
            <pc:docMk/>
            <pc:sldMk cId="0" sldId="280"/>
            <ac:spMk id="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05:23.716" v="4168" actId="207"/>
          <ac:spMkLst>
            <pc:docMk/>
            <pc:sldMk cId="0" sldId="280"/>
            <ac:spMk id="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05:12.540" v="4165" actId="122"/>
          <ac:spMkLst>
            <pc:docMk/>
            <pc:sldMk cId="0" sldId="280"/>
            <ac:spMk id="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05:12.540" v="4165" actId="122"/>
          <ac:spMkLst>
            <pc:docMk/>
            <pc:sldMk cId="0" sldId="280"/>
            <ac:spMk id="1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05:12.540" v="4165" actId="122"/>
          <ac:spMkLst>
            <pc:docMk/>
            <pc:sldMk cId="0" sldId="280"/>
            <ac:spMk id="1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05:12.540" v="4165" actId="122"/>
          <ac:spMkLst>
            <pc:docMk/>
            <pc:sldMk cId="0" sldId="280"/>
            <ac:spMk id="1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05:12.540" v="4165" actId="122"/>
          <ac:spMkLst>
            <pc:docMk/>
            <pc:sldMk cId="0" sldId="280"/>
            <ac:spMk id="1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05:12.540" v="4165" actId="122"/>
          <ac:spMkLst>
            <pc:docMk/>
            <pc:sldMk cId="0" sldId="280"/>
            <ac:spMk id="1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05:12.540" v="4165" actId="122"/>
          <ac:spMkLst>
            <pc:docMk/>
            <pc:sldMk cId="0" sldId="280"/>
            <ac:spMk id="21" creationId="{00000000-0000-0000-0000-000000000000}"/>
          </ac:spMkLst>
        </pc:spChg>
      </pc:sldChg>
      <pc:sldChg chg="delSp modSp mod">
        <pc:chgData name="Jin young Choi" userId="3348430de398f430" providerId="LiveId" clId="{D6AC804E-3741-4DD9-80FE-E274F04C4594}" dt="2026-08-17T15:26:23.536" v="4540" actId="20577"/>
        <pc:sldMkLst>
          <pc:docMk/>
          <pc:sldMk cId="0" sldId="281"/>
        </pc:sldMkLst>
        <pc:spChg chg="mod">
          <ac:chgData name="Jin young Choi" userId="3348430de398f430" providerId="LiveId" clId="{D6AC804E-3741-4DD9-80FE-E274F04C4594}" dt="2026-08-17T15:25:41.121" v="4519" actId="2085"/>
          <ac:spMkLst>
            <pc:docMk/>
            <pc:sldMk cId="0" sldId="281"/>
            <ac:spMk id="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5:47.882" v="4521" actId="207"/>
          <ac:spMkLst>
            <pc:docMk/>
            <pc:sldMk cId="0" sldId="281"/>
            <ac:spMk id="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5:44.154" v="4520" actId="207"/>
          <ac:spMkLst>
            <pc:docMk/>
            <pc:sldMk cId="0" sldId="281"/>
            <ac:spMk id="4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5:25:39.734" v="4518" actId="478"/>
          <ac:spMkLst>
            <pc:docMk/>
            <pc:sldMk cId="0" sldId="281"/>
            <ac:spMk id="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6:00.210" v="4525" actId="207"/>
          <ac:spMkLst>
            <pc:docMk/>
            <pc:sldMk cId="0" sldId="281"/>
            <ac:spMk id="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6:00.210" v="4525" actId="207"/>
          <ac:spMkLst>
            <pc:docMk/>
            <pc:sldMk cId="0" sldId="281"/>
            <ac:spMk id="1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6:06.073" v="4528" actId="122"/>
          <ac:spMkLst>
            <pc:docMk/>
            <pc:sldMk cId="0" sldId="281"/>
            <ac:spMk id="1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6:09.316" v="4530" actId="20577"/>
          <ac:spMkLst>
            <pc:docMk/>
            <pc:sldMk cId="0" sldId="281"/>
            <ac:spMk id="1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6:06.073" v="4528" actId="122"/>
          <ac:spMkLst>
            <pc:docMk/>
            <pc:sldMk cId="0" sldId="281"/>
            <ac:spMk id="1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6:12.283" v="4532" actId="20577"/>
          <ac:spMkLst>
            <pc:docMk/>
            <pc:sldMk cId="0" sldId="281"/>
            <ac:spMk id="14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6:06.073" v="4528" actId="122"/>
          <ac:spMkLst>
            <pc:docMk/>
            <pc:sldMk cId="0" sldId="281"/>
            <ac:spMk id="1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6:15.586" v="4534" actId="20577"/>
          <ac:spMkLst>
            <pc:docMk/>
            <pc:sldMk cId="0" sldId="281"/>
            <ac:spMk id="16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6:06.073" v="4528" actId="122"/>
          <ac:spMkLst>
            <pc:docMk/>
            <pc:sldMk cId="0" sldId="281"/>
            <ac:spMk id="1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6:18.489" v="4536" actId="20577"/>
          <ac:spMkLst>
            <pc:docMk/>
            <pc:sldMk cId="0" sldId="281"/>
            <ac:spMk id="1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6:06.073" v="4528" actId="122"/>
          <ac:spMkLst>
            <pc:docMk/>
            <pc:sldMk cId="0" sldId="281"/>
            <ac:spMk id="1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6:20.954" v="4538" actId="20577"/>
          <ac:spMkLst>
            <pc:docMk/>
            <pc:sldMk cId="0" sldId="281"/>
            <ac:spMk id="2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6:06.073" v="4528" actId="122"/>
          <ac:spMkLst>
            <pc:docMk/>
            <pc:sldMk cId="0" sldId="281"/>
            <ac:spMk id="2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6:23.536" v="4540" actId="20577"/>
          <ac:spMkLst>
            <pc:docMk/>
            <pc:sldMk cId="0" sldId="281"/>
            <ac:spMk id="22" creationId="{00000000-0000-0000-0000-000000000000}"/>
          </ac:spMkLst>
        </pc:spChg>
      </pc:sldChg>
      <pc:sldChg chg="delSp modSp mod">
        <pc:chgData name="Jin young Choi" userId="3348430de398f430" providerId="LiveId" clId="{D6AC804E-3741-4DD9-80FE-E274F04C4594}" dt="2026-08-17T15:25:03.838" v="4510" actId="207"/>
        <pc:sldMkLst>
          <pc:docMk/>
          <pc:sldMk cId="0" sldId="282"/>
        </pc:sldMkLst>
        <pc:spChg chg="mod">
          <ac:chgData name="Jin young Choi" userId="3348430de398f430" providerId="LiveId" clId="{D6AC804E-3741-4DD9-80FE-E274F04C4594}" dt="2026-08-17T15:07:52.321" v="4210" actId="207"/>
          <ac:spMkLst>
            <pc:docMk/>
            <pc:sldMk cId="0" sldId="282"/>
            <ac:spMk id="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08:01.214" v="4212" actId="207"/>
          <ac:spMkLst>
            <pc:docMk/>
            <pc:sldMk cId="0" sldId="282"/>
            <ac:spMk id="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07:56.290" v="4211" actId="207"/>
          <ac:spMkLst>
            <pc:docMk/>
            <pc:sldMk cId="0" sldId="282"/>
            <ac:spMk id="4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5:08:03.967" v="4213" actId="478"/>
          <ac:spMkLst>
            <pc:docMk/>
            <pc:sldMk cId="0" sldId="282"/>
            <ac:spMk id="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07:46.155" v="4207" actId="207"/>
          <ac:spMkLst>
            <pc:docMk/>
            <pc:sldMk cId="0" sldId="282"/>
            <ac:spMk id="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07:46.155" v="4207" actId="207"/>
          <ac:spMkLst>
            <pc:docMk/>
            <pc:sldMk cId="0" sldId="282"/>
            <ac:spMk id="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5:03.838" v="4510" actId="207"/>
          <ac:spMkLst>
            <pc:docMk/>
            <pc:sldMk cId="0" sldId="282"/>
            <ac:spMk id="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08:08.652" v="4216" actId="20577"/>
          <ac:spMkLst>
            <pc:docMk/>
            <pc:sldMk cId="0" sldId="282"/>
            <ac:spMk id="1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5:03.838" v="4510" actId="207"/>
          <ac:spMkLst>
            <pc:docMk/>
            <pc:sldMk cId="0" sldId="282"/>
            <ac:spMk id="1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06:46.119" v="4186" actId="20577"/>
          <ac:spMkLst>
            <pc:docMk/>
            <pc:sldMk cId="0" sldId="282"/>
            <ac:spMk id="1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5:03.838" v="4510" actId="207"/>
          <ac:spMkLst>
            <pc:docMk/>
            <pc:sldMk cId="0" sldId="282"/>
            <ac:spMk id="1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06:56.476" v="4193" actId="20577"/>
          <ac:spMkLst>
            <pc:docMk/>
            <pc:sldMk cId="0" sldId="282"/>
            <ac:spMk id="14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5:03.838" v="4510" actId="207"/>
          <ac:spMkLst>
            <pc:docMk/>
            <pc:sldMk cId="0" sldId="282"/>
            <ac:spMk id="1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06:59.054" v="4195" actId="20577"/>
          <ac:spMkLst>
            <pc:docMk/>
            <pc:sldMk cId="0" sldId="282"/>
            <ac:spMk id="16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5:03.838" v="4510" actId="207"/>
          <ac:spMkLst>
            <pc:docMk/>
            <pc:sldMk cId="0" sldId="282"/>
            <ac:spMk id="1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07:00.965" v="4197" actId="20577"/>
          <ac:spMkLst>
            <pc:docMk/>
            <pc:sldMk cId="0" sldId="282"/>
            <ac:spMk id="1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5:03.838" v="4510" actId="207"/>
          <ac:spMkLst>
            <pc:docMk/>
            <pc:sldMk cId="0" sldId="282"/>
            <ac:spMk id="1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07:04.067" v="4199" actId="20577"/>
          <ac:spMkLst>
            <pc:docMk/>
            <pc:sldMk cId="0" sldId="282"/>
            <ac:spMk id="2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09:36.126" v="4317" actId="14100"/>
          <ac:spMkLst>
            <pc:docMk/>
            <pc:sldMk cId="0" sldId="282"/>
            <ac:spMk id="2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09:29.526" v="4316" actId="14100"/>
          <ac:spMkLst>
            <pc:docMk/>
            <pc:sldMk cId="0" sldId="282"/>
            <ac:spMk id="23" creationId="{00000000-0000-0000-0000-000000000000}"/>
          </ac:spMkLst>
        </pc:spChg>
      </pc:sldChg>
      <pc:sldChg chg="delSp modSp mod">
        <pc:chgData name="Jin young Choi" userId="3348430de398f430" providerId="LiveId" clId="{D6AC804E-3741-4DD9-80FE-E274F04C4594}" dt="2026-08-17T15:25:27.379" v="4515" actId="478"/>
        <pc:sldMkLst>
          <pc:docMk/>
          <pc:sldMk cId="0" sldId="283"/>
        </pc:sldMkLst>
        <pc:spChg chg="mod">
          <ac:chgData name="Jin young Choi" userId="3348430de398f430" providerId="LiveId" clId="{D6AC804E-3741-4DD9-80FE-E274F04C4594}" dt="2026-08-17T15:25:17.751" v="4512" actId="2085"/>
          <ac:spMkLst>
            <pc:docMk/>
            <pc:sldMk cId="0" sldId="283"/>
            <ac:spMk id="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5:24.396" v="4514" actId="207"/>
          <ac:spMkLst>
            <pc:docMk/>
            <pc:sldMk cId="0" sldId="283"/>
            <ac:spMk id="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5:20.963" v="4513" actId="207"/>
          <ac:spMkLst>
            <pc:docMk/>
            <pc:sldMk cId="0" sldId="283"/>
            <ac:spMk id="4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5:25:27.379" v="4515" actId="478"/>
          <ac:spMkLst>
            <pc:docMk/>
            <pc:sldMk cId="0" sldId="283"/>
            <ac:spMk id="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15:03.326" v="4500"/>
          <ac:spMkLst>
            <pc:docMk/>
            <pc:sldMk cId="0" sldId="283"/>
            <ac:spMk id="9" creationId="{00000000-0000-0000-0000-000000000000}"/>
          </ac:spMkLst>
        </pc:spChg>
      </pc:sldChg>
      <pc:sldChg chg="modSp mod">
        <pc:chgData name="Jin young Choi" userId="3348430de398f430" providerId="LiveId" clId="{D6AC804E-3741-4DD9-80FE-E274F04C4594}" dt="2026-08-17T15:52:57.459" v="4804" actId="20577"/>
        <pc:sldMkLst>
          <pc:docMk/>
          <pc:sldMk cId="0" sldId="284"/>
        </pc:sldMkLst>
        <pc:spChg chg="mod">
          <ac:chgData name="Jin young Choi" userId="3348430de398f430" providerId="LiveId" clId="{D6AC804E-3741-4DD9-80FE-E274F04C4594}" dt="2026-08-17T15:24:33.336" v="4506" actId="2085"/>
          <ac:spMkLst>
            <pc:docMk/>
            <pc:sldMk cId="0" sldId="284"/>
            <ac:spMk id="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4:26.725" v="4504" actId="207"/>
          <ac:spMkLst>
            <pc:docMk/>
            <pc:sldMk cId="0" sldId="284"/>
            <ac:spMk id="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4:30.085" v="4505" actId="207"/>
          <ac:spMkLst>
            <pc:docMk/>
            <pc:sldMk cId="0" sldId="284"/>
            <ac:spMk id="4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4:50.456" v="4509" actId="207"/>
          <ac:spMkLst>
            <pc:docMk/>
            <pc:sldMk cId="0" sldId="284"/>
            <ac:spMk id="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4:50.456" v="4509" actId="207"/>
          <ac:spMkLst>
            <pc:docMk/>
            <pc:sldMk cId="0" sldId="284"/>
            <ac:spMk id="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4:41.636" v="4507" actId="122"/>
          <ac:spMkLst>
            <pc:docMk/>
            <pc:sldMk cId="0" sldId="284"/>
            <ac:spMk id="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52:27.366" v="4777" actId="20577"/>
          <ac:spMkLst>
            <pc:docMk/>
            <pc:sldMk cId="0" sldId="284"/>
            <ac:spMk id="1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4:41.636" v="4507" actId="122"/>
          <ac:spMkLst>
            <pc:docMk/>
            <pc:sldMk cId="0" sldId="284"/>
            <ac:spMk id="1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52:31.664" v="4779" actId="20577"/>
          <ac:spMkLst>
            <pc:docMk/>
            <pc:sldMk cId="0" sldId="284"/>
            <ac:spMk id="1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4:41.636" v="4507" actId="122"/>
          <ac:spMkLst>
            <pc:docMk/>
            <pc:sldMk cId="0" sldId="284"/>
            <ac:spMk id="1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52:51.011" v="4798" actId="6549"/>
          <ac:spMkLst>
            <pc:docMk/>
            <pc:sldMk cId="0" sldId="284"/>
            <ac:spMk id="14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4:41.636" v="4507" actId="122"/>
          <ac:spMkLst>
            <pc:docMk/>
            <pc:sldMk cId="0" sldId="284"/>
            <ac:spMk id="1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52:54.814" v="4800" actId="20577"/>
          <ac:spMkLst>
            <pc:docMk/>
            <pc:sldMk cId="0" sldId="284"/>
            <ac:spMk id="16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4:41.636" v="4507" actId="122"/>
          <ac:spMkLst>
            <pc:docMk/>
            <pc:sldMk cId="0" sldId="284"/>
            <ac:spMk id="1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52:56.046" v="4802" actId="20577"/>
          <ac:spMkLst>
            <pc:docMk/>
            <pc:sldMk cId="0" sldId="284"/>
            <ac:spMk id="1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4:41.636" v="4507" actId="122"/>
          <ac:spMkLst>
            <pc:docMk/>
            <pc:sldMk cId="0" sldId="284"/>
            <ac:spMk id="1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52:57.459" v="4804" actId="20577"/>
          <ac:spMkLst>
            <pc:docMk/>
            <pc:sldMk cId="0" sldId="284"/>
            <ac:spMk id="20" creationId="{00000000-0000-0000-0000-000000000000}"/>
          </ac:spMkLst>
        </pc:spChg>
      </pc:sldChg>
      <pc:sldChg chg="delSp modSp mod">
        <pc:chgData name="Jin young Choi" userId="3348430de398f430" providerId="LiveId" clId="{D6AC804E-3741-4DD9-80FE-E274F04C4594}" dt="2026-08-17T15:14:13.829" v="4427" actId="1035"/>
        <pc:sldMkLst>
          <pc:docMk/>
          <pc:sldMk cId="0" sldId="285"/>
        </pc:sldMkLst>
        <pc:spChg chg="mod">
          <ac:chgData name="Jin young Choi" userId="3348430de398f430" providerId="LiveId" clId="{D6AC804E-3741-4DD9-80FE-E274F04C4594}" dt="2026-08-17T15:14:13.829" v="4427" actId="1035"/>
          <ac:spMkLst>
            <pc:docMk/>
            <pc:sldMk cId="0" sldId="285"/>
            <ac:spMk id="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14:13.829" v="4427" actId="1035"/>
          <ac:spMkLst>
            <pc:docMk/>
            <pc:sldMk cId="0" sldId="285"/>
            <ac:spMk id="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14:13.829" v="4427" actId="1035"/>
          <ac:spMkLst>
            <pc:docMk/>
            <pc:sldMk cId="0" sldId="285"/>
            <ac:spMk id="9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5:14:05.376" v="4413" actId="478"/>
          <ac:spMkLst>
            <pc:docMk/>
            <pc:sldMk cId="0" sldId="285"/>
            <ac:spMk id="10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5:14:05.376" v="4413" actId="478"/>
          <ac:spMkLst>
            <pc:docMk/>
            <pc:sldMk cId="0" sldId="285"/>
            <ac:spMk id="11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5:14:05.376" v="4413" actId="478"/>
          <ac:spMkLst>
            <pc:docMk/>
            <pc:sldMk cId="0" sldId="285"/>
            <ac:spMk id="12" creationId="{00000000-0000-0000-0000-000000000000}"/>
          </ac:spMkLst>
        </pc:spChg>
      </pc:sldChg>
      <pc:sldChg chg="addSp modSp new mod">
        <pc:chgData name="Jin young Choi" userId="3348430de398f430" providerId="LiveId" clId="{D6AC804E-3741-4DD9-80FE-E274F04C4594}" dt="2026-08-17T15:47:09.152" v="4685"/>
        <pc:sldMkLst>
          <pc:docMk/>
          <pc:sldMk cId="471904006" sldId="287"/>
        </pc:sldMkLst>
        <pc:spChg chg="add mod">
          <ac:chgData name="Jin young Choi" userId="3348430de398f430" providerId="LiveId" clId="{D6AC804E-3741-4DD9-80FE-E274F04C4594}" dt="2026-08-17T15:45:06.917" v="4616"/>
          <ac:spMkLst>
            <pc:docMk/>
            <pc:sldMk cId="471904006" sldId="287"/>
            <ac:spMk id="2" creationId="{FC48493D-D2DA-FF12-3F3A-2E6157A5705D}"/>
          </ac:spMkLst>
        </pc:spChg>
        <pc:spChg chg="add mod">
          <ac:chgData name="Jin young Choi" userId="3348430de398f430" providerId="LiveId" clId="{D6AC804E-3741-4DD9-80FE-E274F04C4594}" dt="2026-08-17T15:45:06.917" v="4616"/>
          <ac:spMkLst>
            <pc:docMk/>
            <pc:sldMk cId="471904006" sldId="287"/>
            <ac:spMk id="3" creationId="{CECEDA15-BCA2-F0DC-2197-EF0118FBDDDB}"/>
          </ac:spMkLst>
        </pc:spChg>
        <pc:spChg chg="add mod">
          <ac:chgData name="Jin young Choi" userId="3348430de398f430" providerId="LiveId" clId="{D6AC804E-3741-4DD9-80FE-E274F04C4594}" dt="2026-08-17T15:46:55.863" v="4672" actId="20577"/>
          <ac:spMkLst>
            <pc:docMk/>
            <pc:sldMk cId="471904006" sldId="287"/>
            <ac:spMk id="4" creationId="{51E65CB5-21EB-722B-56CB-C556910C4C0B}"/>
          </ac:spMkLst>
        </pc:spChg>
        <pc:spChg chg="add mod">
          <ac:chgData name="Jin young Choi" userId="3348430de398f430" providerId="LiveId" clId="{D6AC804E-3741-4DD9-80FE-E274F04C4594}" dt="2026-08-17T15:46:50.376" v="4655"/>
          <ac:spMkLst>
            <pc:docMk/>
            <pc:sldMk cId="471904006" sldId="287"/>
            <ac:spMk id="9" creationId="{0658EA58-A06A-702B-709A-6F8F0A0E241D}"/>
          </ac:spMkLst>
        </pc:spChg>
        <pc:spChg chg="add mod">
          <ac:chgData name="Jin young Choi" userId="3348430de398f430" providerId="LiveId" clId="{D6AC804E-3741-4DD9-80FE-E274F04C4594}" dt="2026-08-17T15:47:09.152" v="4685"/>
          <ac:spMkLst>
            <pc:docMk/>
            <pc:sldMk cId="471904006" sldId="287"/>
            <ac:spMk id="10" creationId="{A4D50B31-119D-18DF-C710-ABC5686B5E75}"/>
          </ac:spMkLst>
        </pc:spChg>
        <pc:picChg chg="add mod">
          <ac:chgData name="Jin young Choi" userId="3348430de398f430" providerId="LiveId" clId="{D6AC804E-3741-4DD9-80FE-E274F04C4594}" dt="2026-08-17T15:46:32.080" v="4640" actId="14100"/>
          <ac:picMkLst>
            <pc:docMk/>
            <pc:sldMk cId="471904006" sldId="287"/>
            <ac:picMk id="6" creationId="{941E6B6A-DD2B-CECE-6774-21068EC8BC3B}"/>
          </ac:picMkLst>
        </pc:picChg>
        <pc:picChg chg="add mod">
          <ac:chgData name="Jin young Choi" userId="3348430de398f430" providerId="LiveId" clId="{D6AC804E-3741-4DD9-80FE-E274F04C4594}" dt="2026-08-17T15:46:14.949" v="4635" actId="1076"/>
          <ac:picMkLst>
            <pc:docMk/>
            <pc:sldMk cId="471904006" sldId="287"/>
            <ac:picMk id="8" creationId="{930F35FF-7DE0-7FCF-985F-FEF9D99C83FF}"/>
          </ac:picMkLst>
        </pc:picChg>
      </pc:sldChg>
      <pc:sldChg chg="addSp delSp modSp add mod">
        <pc:chgData name="Jin young Choi" userId="3348430de398f430" providerId="LiveId" clId="{D6AC804E-3741-4DD9-80FE-E274F04C4594}" dt="2026-08-17T15:47:59.786" v="4725"/>
        <pc:sldMkLst>
          <pc:docMk/>
          <pc:sldMk cId="1684416508" sldId="288"/>
        </pc:sldMkLst>
        <pc:spChg chg="mod">
          <ac:chgData name="Jin young Choi" userId="3348430de398f430" providerId="LiveId" clId="{D6AC804E-3741-4DD9-80FE-E274F04C4594}" dt="2026-08-17T15:47:26.376" v="4697"/>
          <ac:spMkLst>
            <pc:docMk/>
            <pc:sldMk cId="1684416508" sldId="288"/>
            <ac:spMk id="9" creationId="{48DD3692-4812-0883-147D-481952C47A00}"/>
          </ac:spMkLst>
        </pc:spChg>
        <pc:spChg chg="mod">
          <ac:chgData name="Jin young Choi" userId="3348430de398f430" providerId="LiveId" clId="{D6AC804E-3741-4DD9-80FE-E274F04C4594}" dt="2026-08-17T15:47:59.786" v="4725"/>
          <ac:spMkLst>
            <pc:docMk/>
            <pc:sldMk cId="1684416508" sldId="288"/>
            <ac:spMk id="10" creationId="{A528F87B-7EEA-D054-F43F-4790B9A3EBD9}"/>
          </ac:spMkLst>
        </pc:spChg>
        <pc:picChg chg="del">
          <ac:chgData name="Jin young Choi" userId="3348430de398f430" providerId="LiveId" clId="{D6AC804E-3741-4DD9-80FE-E274F04C4594}" dt="2026-08-17T15:47:27.046" v="4698" actId="478"/>
          <ac:picMkLst>
            <pc:docMk/>
            <pc:sldMk cId="1684416508" sldId="288"/>
            <ac:picMk id="6" creationId="{E2DF1114-3B73-472F-705E-A9C9229AB980}"/>
          </ac:picMkLst>
        </pc:picChg>
        <pc:picChg chg="add mod">
          <ac:chgData name="Jin young Choi" userId="3348430de398f430" providerId="LiveId" clId="{D6AC804E-3741-4DD9-80FE-E274F04C4594}" dt="2026-08-17T15:47:37.016" v="4701" actId="14100"/>
          <ac:picMkLst>
            <pc:docMk/>
            <pc:sldMk cId="1684416508" sldId="288"/>
            <ac:picMk id="7" creationId="{20FEEF45-3713-7E6B-71ED-552B2CE49565}"/>
          </ac:picMkLst>
        </pc:picChg>
        <pc:picChg chg="del">
          <ac:chgData name="Jin young Choi" userId="3348430de398f430" providerId="LiveId" clId="{D6AC804E-3741-4DD9-80FE-E274F04C4594}" dt="2026-08-17T15:47:38.725" v="4702" actId="478"/>
          <ac:picMkLst>
            <pc:docMk/>
            <pc:sldMk cId="1684416508" sldId="288"/>
            <ac:picMk id="8" creationId="{6A88055D-695B-2601-2040-81C571AA9C02}"/>
          </ac:picMkLst>
        </pc:picChg>
        <pc:picChg chg="add mod">
          <ac:chgData name="Jin young Choi" userId="3348430de398f430" providerId="LiveId" clId="{D6AC804E-3741-4DD9-80FE-E274F04C4594}" dt="2026-08-17T15:47:47.135" v="4705" actId="14100"/>
          <ac:picMkLst>
            <pc:docMk/>
            <pc:sldMk cId="1684416508" sldId="288"/>
            <ac:picMk id="12" creationId="{84ED0F1E-6C87-BC59-E979-DFD5CFE1B67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8762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1E9FD-8C0C-300A-B3FC-8DF4DFDF6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8C5AC4-4630-D72E-343C-E2AC189D83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5DC805-B7F7-790E-E3C2-B6BFA94428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A3727E-14FE-699E-BCDA-ADB4FEE648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6726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0012680"/>
            <a:ext cx="6556248" cy="0"/>
          </a:xfrm>
          <a:prstGeom prst="line">
            <a:avLst/>
          </a:prstGeom>
          <a:noFill/>
          <a:ln w="12700">
            <a:solidFill>
              <a:srgbClr val="D5DAE3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74980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6B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VR SAFETY TRAINING · PROTOTYPE PLAN · v1.0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94360" y="3103942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20040" y="393376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착용 교육 </a:t>
            </a:r>
            <a:r>
              <a:rPr lang="en-US" sz="20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</a:t>
            </a: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0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기획서</a:t>
            </a:r>
            <a:endParaRPr lang="en-US" sz="2000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9654BC0-E46D-D7F7-1271-2C91935ED3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1568535"/>
              </p:ext>
            </p:extLst>
          </p:nvPr>
        </p:nvGraphicFramePr>
        <p:xfrm>
          <a:off x="502920" y="5743572"/>
          <a:ext cx="6521450" cy="3246644"/>
        </p:xfrm>
        <a:graphic>
          <a:graphicData uri="http://schemas.openxmlformats.org/drawingml/2006/table">
            <a:tbl>
              <a:tblPr/>
              <a:tblGrid>
                <a:gridCol w="1997393">
                  <a:extLst>
                    <a:ext uri="{9D8B030D-6E8A-4147-A177-3AD203B41FA5}">
                      <a16:colId xmlns:a16="http://schemas.microsoft.com/office/drawing/2014/main" val="4046024863"/>
                    </a:ext>
                  </a:extLst>
                </a:gridCol>
                <a:gridCol w="4524057">
                  <a:extLst>
                    <a:ext uri="{9D8B030D-6E8A-4147-A177-3AD203B41FA5}">
                      <a16:colId xmlns:a16="http://schemas.microsoft.com/office/drawing/2014/main" val="2717892577"/>
                    </a:ext>
                  </a:extLst>
                </a:gridCol>
              </a:tblGrid>
              <a:tr h="4556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/>
                        <a:t>항목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/>
                        <a:t>내용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149061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/>
                        <a:t>문서 버전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V1.0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1673984"/>
                  </a:ext>
                </a:extLst>
              </a:tr>
              <a:tr h="69603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/>
                        <a:t>문서 목적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/>
                        <a:t>사전 상세기획서 기반 프로토타입 구현 범위 및 </a:t>
                      </a:r>
                      <a:br>
                        <a:rPr lang="en-US" altLang="ko-KR" sz="1400" dirty="0"/>
                      </a:br>
                      <a:r>
                        <a:rPr lang="ko-KR" altLang="en-US" sz="1400" dirty="0"/>
                        <a:t>개발 계획 정의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0893155"/>
                  </a:ext>
                </a:extLst>
              </a:tr>
              <a:tr h="4094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/>
                        <a:t>상위 문서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/>
                        <a:t>화학물질 안전훈련 </a:t>
                      </a:r>
                      <a:r>
                        <a:rPr lang="en-US" altLang="ko-KR" sz="1400" dirty="0"/>
                        <a:t>VR</a:t>
                      </a:r>
                      <a:r>
                        <a:rPr lang="ko-KR" altLang="en-US" sz="1400" dirty="0"/>
                        <a:t> 상세기획서 </a:t>
                      </a:r>
                      <a:r>
                        <a:rPr lang="en-US" altLang="ko-KR" sz="1400" dirty="0"/>
                        <a:t>HTML</a:t>
                      </a:r>
                      <a:endParaRPr lang="ko-KR" alt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3410716"/>
                  </a:ext>
                </a:extLst>
              </a:tr>
              <a:tr h="4094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/>
                        <a:t>프로토타입 목표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dirty="0"/>
                        <a:t>PPE </a:t>
                      </a:r>
                      <a:r>
                        <a:rPr lang="ko-KR" altLang="en-US" sz="1400" dirty="0"/>
                        <a:t>착용 교육 </a:t>
                      </a:r>
                      <a:r>
                        <a:rPr lang="ko-KR" altLang="en-US" sz="1400" dirty="0" err="1"/>
                        <a:t>교육</a:t>
                      </a:r>
                      <a:r>
                        <a:rPr lang="en-US" altLang="ko-KR" sz="1400" dirty="0"/>
                        <a:t>/</a:t>
                      </a:r>
                      <a:r>
                        <a:rPr lang="ko-KR" altLang="en-US" sz="1400" dirty="0"/>
                        <a:t>훈련</a:t>
                      </a:r>
                      <a:r>
                        <a:rPr lang="en-US" altLang="ko-KR" sz="1400" dirty="0"/>
                        <a:t>/</a:t>
                      </a:r>
                      <a:r>
                        <a:rPr lang="ko-KR" altLang="en-US" sz="1400" dirty="0"/>
                        <a:t>테스트모드 전체 흐름 구현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4692369"/>
                  </a:ext>
                </a:extLst>
              </a:tr>
              <a:tr h="4094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/>
                        <a:t>작성일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2026.08.17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278197"/>
                  </a:ext>
                </a:extLst>
              </a:tr>
              <a:tr h="4094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/>
                        <a:t>작성자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dirty="0"/>
                        <a:t>1</a:t>
                      </a:r>
                      <a:r>
                        <a:rPr lang="ko-KR" altLang="en-US" sz="1400" dirty="0" err="1"/>
                        <a:t>인팀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Tyche(</a:t>
                      </a:r>
                      <a:r>
                        <a:rPr lang="ko-KR" altLang="en-US" sz="1400" dirty="0" err="1"/>
                        <a:t>티케</a:t>
                      </a:r>
                      <a:r>
                        <a:rPr lang="en-US" altLang="ko-KR" sz="1400" dirty="0"/>
                        <a:t>) • </a:t>
                      </a:r>
                      <a:r>
                        <a:rPr lang="ko-KR" altLang="en-US" sz="1400" dirty="0"/>
                        <a:t>최진영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266704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r>
              <a:rPr lang="en-US" dirty="0"/>
              <a:t>1</a:t>
            </a:r>
          </a:p>
        </p:txBody>
      </p:sp>
      <p:sp>
        <p:nvSpPr>
          <p:cNvPr id="62" name="Shape 0">
            <a:extLst>
              <a:ext uri="{FF2B5EF4-FFF2-40B4-BE49-F238E27FC236}">
                <a16:creationId xmlns:a16="http://schemas.microsoft.com/office/drawing/2014/main" id="{BF5809B1-2FA3-71E5-9166-DDB80FADD041}"/>
              </a:ext>
            </a:extLst>
          </p:cNvPr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</p:sp>
      <p:sp>
        <p:nvSpPr>
          <p:cNvPr id="63" name="Text 1">
            <a:extLst>
              <a:ext uri="{FF2B5EF4-FFF2-40B4-BE49-F238E27FC236}">
                <a16:creationId xmlns:a16="http://schemas.microsoft.com/office/drawing/2014/main" id="{761670D3-0EE0-7748-6F71-C70273E2B8DC}"/>
              </a:ext>
            </a:extLst>
          </p:cNvPr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64" name="Text 2">
            <a:extLst>
              <a:ext uri="{FF2B5EF4-FFF2-40B4-BE49-F238E27FC236}">
                <a16:creationId xmlns:a16="http://schemas.microsoft.com/office/drawing/2014/main" id="{317584D4-F2B0-F0AE-A7C4-C2E9FB92D6DF}"/>
              </a:ext>
            </a:extLst>
          </p:cNvPr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 히스토리</a:t>
            </a:r>
            <a:endParaRPr lang="en-US" sz="2000" dirty="0"/>
          </a:p>
        </p:txBody>
      </p:sp>
      <p:sp>
        <p:nvSpPr>
          <p:cNvPr id="66" name="Text 5">
            <a:extLst>
              <a:ext uri="{FF2B5EF4-FFF2-40B4-BE49-F238E27FC236}">
                <a16:creationId xmlns:a16="http://schemas.microsoft.com/office/drawing/2014/main" id="{0FF87ACA-5AC1-50F4-6DBE-D025ABDD37F8}"/>
              </a:ext>
            </a:extLst>
          </p:cNvPr>
          <p:cNvSpPr/>
          <p:nvPr/>
        </p:nvSpPr>
        <p:spPr>
          <a:xfrm>
            <a:off x="426720" y="4831845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v0.1   </a:t>
            </a:r>
            <a:r>
              <a:rPr lang="en-US" sz="1800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2026.07.30</a:t>
            </a:r>
            <a:endParaRPr lang="en-US" sz="1800" dirty="0"/>
          </a:p>
        </p:txBody>
      </p:sp>
      <p:sp>
        <p:nvSpPr>
          <p:cNvPr id="67" name="Text 6">
            <a:extLst>
              <a:ext uri="{FF2B5EF4-FFF2-40B4-BE49-F238E27FC236}">
                <a16:creationId xmlns:a16="http://schemas.microsoft.com/office/drawing/2014/main" id="{2E60577E-E1D2-0AC8-961F-86941F2512FE}"/>
              </a:ext>
            </a:extLst>
          </p:cNvPr>
          <p:cNvSpPr/>
          <p:nvPr/>
        </p:nvSpPr>
        <p:spPr>
          <a:xfrm>
            <a:off x="2521266" y="4831845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최진영  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최초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PPE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착용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초안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</a:t>
            </a:r>
            <a:endParaRPr lang="en-US" sz="1450" dirty="0"/>
          </a:p>
        </p:txBody>
      </p:sp>
      <p:sp>
        <p:nvSpPr>
          <p:cNvPr id="68" name="Text 7">
            <a:extLst>
              <a:ext uri="{FF2B5EF4-FFF2-40B4-BE49-F238E27FC236}">
                <a16:creationId xmlns:a16="http://schemas.microsoft.com/office/drawing/2014/main" id="{EC23C393-D840-1DD6-8E2A-0ABC753B645E}"/>
              </a:ext>
            </a:extLst>
          </p:cNvPr>
          <p:cNvSpPr/>
          <p:nvPr/>
        </p:nvSpPr>
        <p:spPr>
          <a:xfrm>
            <a:off x="426720" y="435085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v0.2   </a:t>
            </a:r>
            <a:r>
              <a:rPr lang="en-US" sz="180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2026.07.31</a:t>
            </a:r>
            <a:endParaRPr lang="en-US" sz="1800" dirty="0"/>
          </a:p>
        </p:txBody>
      </p:sp>
      <p:sp>
        <p:nvSpPr>
          <p:cNvPr id="69" name="Text 8">
            <a:extLst>
              <a:ext uri="{FF2B5EF4-FFF2-40B4-BE49-F238E27FC236}">
                <a16:creationId xmlns:a16="http://schemas.microsoft.com/office/drawing/2014/main" id="{171CD895-D9A1-F0F1-F5C0-0DF69F732D46}"/>
              </a:ext>
            </a:extLst>
          </p:cNvPr>
          <p:cNvSpPr/>
          <p:nvPr/>
        </p:nvSpPr>
        <p:spPr>
          <a:xfrm>
            <a:off x="2521266" y="4345359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최진영   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오류로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잘못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작성된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부분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</a:t>
            </a:r>
            <a:endParaRPr lang="en-US" sz="1450" dirty="0"/>
          </a:p>
        </p:txBody>
      </p:sp>
      <p:sp>
        <p:nvSpPr>
          <p:cNvPr id="70" name="Text 9">
            <a:extLst>
              <a:ext uri="{FF2B5EF4-FFF2-40B4-BE49-F238E27FC236}">
                <a16:creationId xmlns:a16="http://schemas.microsoft.com/office/drawing/2014/main" id="{5E27C556-2A3F-E1C0-00B4-E7F2018544B8}"/>
              </a:ext>
            </a:extLst>
          </p:cNvPr>
          <p:cNvSpPr/>
          <p:nvPr/>
        </p:nvSpPr>
        <p:spPr>
          <a:xfrm>
            <a:off x="426720" y="3869871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v0.3   </a:t>
            </a:r>
            <a:r>
              <a:rPr lang="en-US" sz="1800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2026.08.04</a:t>
            </a:r>
            <a:endParaRPr lang="en-US" sz="180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E1650CB6-4F51-D19C-E40F-CD546EF65583}"/>
              </a:ext>
            </a:extLst>
          </p:cNvPr>
          <p:cNvSpPr/>
          <p:nvPr/>
        </p:nvSpPr>
        <p:spPr>
          <a:xfrm>
            <a:off x="2521266" y="3864087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최진영    </a:t>
            </a:r>
            <a:r>
              <a:rPr lang="en-US" sz="145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3모드, 시간대별 시나리오, TTS, 목차 보완</a:t>
            </a:r>
            <a:endParaRPr lang="en-US" sz="1450" dirty="0"/>
          </a:p>
        </p:txBody>
      </p:sp>
      <p:sp>
        <p:nvSpPr>
          <p:cNvPr id="72" name="Text 11">
            <a:extLst>
              <a:ext uri="{FF2B5EF4-FFF2-40B4-BE49-F238E27FC236}">
                <a16:creationId xmlns:a16="http://schemas.microsoft.com/office/drawing/2014/main" id="{E18A5560-61F1-922B-8F21-1B8B8C993787}"/>
              </a:ext>
            </a:extLst>
          </p:cNvPr>
          <p:cNvSpPr/>
          <p:nvPr/>
        </p:nvSpPr>
        <p:spPr>
          <a:xfrm>
            <a:off x="426720" y="2607297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v0.4   </a:t>
            </a:r>
            <a:r>
              <a:rPr lang="en-US" sz="1800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2026.08.13</a:t>
            </a:r>
            <a:endParaRPr lang="en-US" sz="1800" dirty="0"/>
          </a:p>
        </p:txBody>
      </p:sp>
      <p:sp>
        <p:nvSpPr>
          <p:cNvPr id="73" name="Text 12">
            <a:extLst>
              <a:ext uri="{FF2B5EF4-FFF2-40B4-BE49-F238E27FC236}">
                <a16:creationId xmlns:a16="http://schemas.microsoft.com/office/drawing/2014/main" id="{2ED272FA-5616-F710-EE48-A66CFD144252}"/>
              </a:ext>
            </a:extLst>
          </p:cNvPr>
          <p:cNvSpPr/>
          <p:nvPr/>
        </p:nvSpPr>
        <p:spPr>
          <a:xfrm>
            <a:off x="2521266" y="2546934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최진영  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전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기준으로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재정리</a:t>
            </a:r>
            <a:endParaRPr lang="en-US" sz="1450" dirty="0"/>
          </a:p>
        </p:txBody>
      </p:sp>
      <p:sp>
        <p:nvSpPr>
          <p:cNvPr id="74" name="Text 13">
            <a:extLst>
              <a:ext uri="{FF2B5EF4-FFF2-40B4-BE49-F238E27FC236}">
                <a16:creationId xmlns:a16="http://schemas.microsoft.com/office/drawing/2014/main" id="{AD82DF2B-9F4B-9C9C-1640-D71948425F58}"/>
              </a:ext>
            </a:extLst>
          </p:cNvPr>
          <p:cNvSpPr/>
          <p:nvPr/>
        </p:nvSpPr>
        <p:spPr>
          <a:xfrm>
            <a:off x="3329940" y="2949270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완주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목표를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명확화</a:t>
            </a:r>
            <a:endParaRPr lang="en-US" sz="1450" dirty="0"/>
          </a:p>
        </p:txBody>
      </p:sp>
      <p:sp>
        <p:nvSpPr>
          <p:cNvPr id="75" name="Text 14">
            <a:extLst>
              <a:ext uri="{FF2B5EF4-FFF2-40B4-BE49-F238E27FC236}">
                <a16:creationId xmlns:a16="http://schemas.microsoft.com/office/drawing/2014/main" id="{4DAB38D4-9415-E84F-75F3-E2B7B72F5D30}"/>
              </a:ext>
            </a:extLst>
          </p:cNvPr>
          <p:cNvSpPr/>
          <p:nvPr/>
        </p:nvSpPr>
        <p:spPr>
          <a:xfrm>
            <a:off x="3329940" y="3383826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착용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외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제거</a:t>
            </a:r>
            <a:endParaRPr lang="en-US" sz="1450" dirty="0"/>
          </a:p>
        </p:txBody>
      </p:sp>
      <p:sp>
        <p:nvSpPr>
          <p:cNvPr id="84" name="Text 5">
            <a:extLst>
              <a:ext uri="{FF2B5EF4-FFF2-40B4-BE49-F238E27FC236}">
                <a16:creationId xmlns:a16="http://schemas.microsoft.com/office/drawing/2014/main" id="{11070AEE-EC09-501B-016C-248A5FCD9C82}"/>
              </a:ext>
            </a:extLst>
          </p:cNvPr>
          <p:cNvSpPr/>
          <p:nvPr/>
        </p:nvSpPr>
        <p:spPr>
          <a:xfrm>
            <a:off x="502920" y="1125889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</a:t>
            </a:r>
            <a:r>
              <a:rPr lang="en-US" sz="180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 </a:t>
            </a:r>
            <a:r>
              <a:rPr lang="ko-KR" altLang="en-US" sz="180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      </a:t>
            </a:r>
            <a:r>
              <a:rPr lang="ko-KR" altLang="en-US" sz="1800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작성자               주요 변경 내용 </a:t>
            </a:r>
            <a:endParaRPr lang="en-US" sz="1800" dirty="0"/>
          </a:p>
        </p:txBody>
      </p: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3221722A-AFE2-24ED-63B8-6BF3FECF6D34}"/>
              </a:ext>
            </a:extLst>
          </p:cNvPr>
          <p:cNvCxnSpPr>
            <a:cxnSpLocks/>
          </p:cNvCxnSpPr>
          <p:nvPr/>
        </p:nvCxnSpPr>
        <p:spPr>
          <a:xfrm>
            <a:off x="426720" y="1487104"/>
            <a:ext cx="678561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11">
            <a:extLst>
              <a:ext uri="{FF2B5EF4-FFF2-40B4-BE49-F238E27FC236}">
                <a16:creationId xmlns:a16="http://schemas.microsoft.com/office/drawing/2014/main" id="{54261713-E7DE-7982-9FAD-DD7D9B49A8B0}"/>
              </a:ext>
            </a:extLst>
          </p:cNvPr>
          <p:cNvSpPr/>
          <p:nvPr/>
        </p:nvSpPr>
        <p:spPr>
          <a:xfrm>
            <a:off x="426720" y="2144184"/>
            <a:ext cx="19164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v0.5   </a:t>
            </a:r>
            <a:r>
              <a:rPr lang="en-US" sz="1800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2026.08.17</a:t>
            </a:r>
            <a:endParaRPr lang="en-US" sz="180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666E5ADA-C255-23E7-508E-32D48F66088A}"/>
              </a:ext>
            </a:extLst>
          </p:cNvPr>
          <p:cNvSpPr/>
          <p:nvPr/>
        </p:nvSpPr>
        <p:spPr>
          <a:xfrm>
            <a:off x="426720" y="1686776"/>
            <a:ext cx="19164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v1.0   </a:t>
            </a:r>
            <a:r>
              <a:rPr lang="en-US" sz="1800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2026.08.18</a:t>
            </a:r>
            <a:endParaRPr lang="en-US" sz="18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2E6D4A77-4C3C-CC7D-AECA-DA86EBC9F371}"/>
              </a:ext>
            </a:extLst>
          </p:cNvPr>
          <p:cNvSpPr/>
          <p:nvPr/>
        </p:nvSpPr>
        <p:spPr>
          <a:xfrm>
            <a:off x="2521266" y="2143221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최진영  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플로우 수정</a:t>
            </a:r>
            <a:endParaRPr lang="en-US" sz="145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C541ABFF-C607-4CBA-1AC2-6FE24214B4A9}"/>
              </a:ext>
            </a:extLst>
          </p:cNvPr>
          <p:cNvSpPr/>
          <p:nvPr/>
        </p:nvSpPr>
        <p:spPr>
          <a:xfrm>
            <a:off x="2521266" y="1684850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최진영  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수정본 제출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17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</p:sp>
      <p:sp>
        <p:nvSpPr>
          <p:cNvPr id="18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19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000" dirty="0"/>
          </a:p>
        </p:txBody>
      </p:sp>
      <p:sp>
        <p:nvSpPr>
          <p:cNvPr id="21" name="Shape 5"/>
          <p:cNvSpPr/>
          <p:nvPr/>
        </p:nvSpPr>
        <p:spPr>
          <a:xfrm>
            <a:off x="594360" y="1143000"/>
            <a:ext cx="6172962" cy="1780337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2" name="Text 6"/>
          <p:cNvSpPr/>
          <p:nvPr/>
        </p:nvSpPr>
        <p:spPr>
          <a:xfrm>
            <a:off x="795528" y="1307592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기준</a:t>
            </a:r>
            <a:endParaRPr lang="en-US" sz="1600" dirty="0"/>
          </a:p>
        </p:txBody>
      </p:sp>
      <p:sp>
        <p:nvSpPr>
          <p:cNvPr id="23" name="Text 7"/>
          <p:cNvSpPr/>
          <p:nvPr/>
        </p:nvSpPr>
        <p:spPr>
          <a:xfrm>
            <a:off x="795528" y="1673352"/>
            <a:ext cx="2569464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프로젝트 배경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기획 피드백과 목표 정의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프로토타입 개발 범위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PPE 항목과 학습 루프</a:t>
            </a:r>
            <a:endParaRPr lang="en-US" sz="1400" dirty="0"/>
          </a:p>
        </p:txBody>
      </p:sp>
      <p:sp>
        <p:nvSpPr>
          <p:cNvPr id="24" name="Shape 8"/>
          <p:cNvSpPr/>
          <p:nvPr/>
        </p:nvSpPr>
        <p:spPr>
          <a:xfrm>
            <a:off x="594360" y="3132391"/>
            <a:ext cx="6172962" cy="1780337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6" name="Text 9"/>
          <p:cNvSpPr/>
          <p:nvPr/>
        </p:nvSpPr>
        <p:spPr>
          <a:xfrm>
            <a:off x="795528" y="3296983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유저 시나리오</a:t>
            </a:r>
            <a:endParaRPr lang="en-US" sz="1600" dirty="0"/>
          </a:p>
        </p:txBody>
      </p:sp>
      <p:sp>
        <p:nvSpPr>
          <p:cNvPr id="27" name="Text 10"/>
          <p:cNvSpPr/>
          <p:nvPr/>
        </p:nvSpPr>
        <p:spPr>
          <a:xfrm>
            <a:off x="795528" y="3662743"/>
            <a:ext cx="2569464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공통 조작 설계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상태 흐름 설계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교육모드 상세 시나리오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훈련모드 설계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테스트모드 설계</a:t>
            </a:r>
            <a:endParaRPr lang="en-US" sz="1400" dirty="0"/>
          </a:p>
        </p:txBody>
      </p:sp>
      <p:sp>
        <p:nvSpPr>
          <p:cNvPr id="28" name="Shape 11"/>
          <p:cNvSpPr/>
          <p:nvPr/>
        </p:nvSpPr>
        <p:spPr>
          <a:xfrm>
            <a:off x="594360" y="5121782"/>
            <a:ext cx="6172962" cy="202311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9" name="Text 12"/>
          <p:cNvSpPr/>
          <p:nvPr/>
        </p:nvSpPr>
        <p:spPr>
          <a:xfrm>
            <a:off x="795528" y="5286374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 계획</a:t>
            </a:r>
            <a:endParaRPr lang="en-US" sz="1600" dirty="0"/>
          </a:p>
        </p:txBody>
      </p:sp>
      <p:sp>
        <p:nvSpPr>
          <p:cNvPr id="30" name="Text 13"/>
          <p:cNvSpPr/>
          <p:nvPr/>
        </p:nvSpPr>
        <p:spPr>
          <a:xfrm>
            <a:off x="795528" y="5652134"/>
            <a:ext cx="2569464" cy="162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TTS 선정 기준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TTS 모델 비교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TTS 예산과 제작량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TTS 파일 · 이벤트 관리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TTS 스크립트 샘플</a:t>
            </a:r>
            <a:endParaRPr lang="en-US" sz="1400" dirty="0"/>
          </a:p>
        </p:txBody>
      </p:sp>
      <p:sp>
        <p:nvSpPr>
          <p:cNvPr id="31" name="Shape 14"/>
          <p:cNvSpPr/>
          <p:nvPr/>
        </p:nvSpPr>
        <p:spPr>
          <a:xfrm>
            <a:off x="594360" y="7371206"/>
            <a:ext cx="6172962" cy="202311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32" name="Text 15"/>
          <p:cNvSpPr/>
          <p:nvPr/>
        </p:nvSpPr>
        <p:spPr>
          <a:xfrm>
            <a:off x="795528" y="7535798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· 검증 계획</a:t>
            </a:r>
            <a:endParaRPr lang="en-US" sz="1600" dirty="0"/>
          </a:p>
        </p:txBody>
      </p:sp>
      <p:sp>
        <p:nvSpPr>
          <p:cNvPr id="33" name="Text 16"/>
          <p:cNvSpPr/>
          <p:nvPr/>
        </p:nvSpPr>
        <p:spPr>
          <a:xfrm>
            <a:off x="795528" y="7901558"/>
            <a:ext cx="2569464" cy="162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구현 구조 계획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QA 계획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산출물 계획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개발 전 체크리스트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3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</a:t>
            </a: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000" b="1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</a:t>
            </a:r>
            <a:r>
              <a:rPr lang="ko-KR" alt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개요</a:t>
            </a:r>
            <a:endParaRPr lang="en-US" sz="2000" dirty="0"/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991DC3C4-6197-3B80-C6F0-0C14760F15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8541027"/>
              </p:ext>
            </p:extLst>
          </p:nvPr>
        </p:nvGraphicFramePr>
        <p:xfrm>
          <a:off x="582880" y="1002920"/>
          <a:ext cx="6355080" cy="8340519"/>
        </p:xfrm>
        <a:graphic>
          <a:graphicData uri="http://schemas.openxmlformats.org/drawingml/2006/table">
            <a:tbl>
              <a:tblPr/>
              <a:tblGrid>
                <a:gridCol w="1676802">
                  <a:extLst>
                    <a:ext uri="{9D8B030D-6E8A-4147-A177-3AD203B41FA5}">
                      <a16:colId xmlns:a16="http://schemas.microsoft.com/office/drawing/2014/main" val="1475643762"/>
                    </a:ext>
                  </a:extLst>
                </a:gridCol>
                <a:gridCol w="4678278">
                  <a:extLst>
                    <a:ext uri="{9D8B030D-6E8A-4147-A177-3AD203B41FA5}">
                      <a16:colId xmlns:a16="http://schemas.microsoft.com/office/drawing/2014/main" val="3265388157"/>
                    </a:ext>
                  </a:extLst>
                </a:gridCol>
              </a:tblGrid>
              <a:tr h="256650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400" b="1" dirty="0">
                          <a:solidFill>
                            <a:srgbClr val="36403C"/>
                          </a:solidFill>
                          <a:effectLst/>
                        </a:rPr>
                        <a:t>프로젝트명</a:t>
                      </a: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400">
                          <a:effectLst/>
                        </a:rPr>
                        <a:t>화학물질 안전훈련 </a:t>
                      </a:r>
                      <a:r>
                        <a:rPr lang="en-US" altLang="ko-KR" sz="1400">
                          <a:effectLst/>
                        </a:rPr>
                        <a:t>VR</a:t>
                      </a: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1283015"/>
                  </a:ext>
                </a:extLst>
              </a:tr>
              <a:tr h="256650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400" b="1" dirty="0">
                          <a:solidFill>
                            <a:srgbClr val="36403C"/>
                          </a:solidFill>
                          <a:effectLst/>
                        </a:rPr>
                        <a:t>장르</a:t>
                      </a: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400" dirty="0">
                          <a:effectLst/>
                        </a:rPr>
                        <a:t>체험형</a:t>
                      </a:r>
                      <a:r>
                        <a:rPr lang="en-US" altLang="ko-KR" sz="1400" dirty="0">
                          <a:effectLst/>
                        </a:rPr>
                        <a:t>·</a:t>
                      </a:r>
                      <a:r>
                        <a:rPr lang="ko-KR" altLang="en-US" sz="1400" dirty="0">
                          <a:effectLst/>
                        </a:rPr>
                        <a:t>절차 수행형 화학공장 </a:t>
                      </a:r>
                      <a:r>
                        <a:rPr lang="en-US" altLang="ko-KR" sz="1400" dirty="0">
                          <a:effectLst/>
                        </a:rPr>
                        <a:t>VR </a:t>
                      </a:r>
                      <a:r>
                        <a:rPr lang="ko-KR" altLang="en-US" sz="1400" dirty="0">
                          <a:effectLst/>
                        </a:rPr>
                        <a:t>안전교육</a:t>
                      </a: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5550360"/>
                  </a:ext>
                </a:extLst>
              </a:tr>
              <a:tr h="693157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400" b="1" dirty="0">
                          <a:solidFill>
                            <a:srgbClr val="36403C"/>
                          </a:solidFill>
                          <a:effectLst/>
                        </a:rPr>
                        <a:t>핵심 체험 정의</a:t>
                      </a: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400" dirty="0">
                          <a:effectLst/>
                        </a:rPr>
                        <a:t>교육생이 문서를 확인하고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>
                          <a:effectLst/>
                        </a:rPr>
                        <a:t>보호구와 진입 조건을 판단한 뒤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>
                          <a:effectLst/>
                        </a:rPr>
                        <a:t>필요한 조작을 순서대로 수행하면서 안전절차를 몸으로 익히는 </a:t>
                      </a:r>
                      <a:r>
                        <a:rPr lang="en-US" altLang="ko-KR" sz="1400" dirty="0">
                          <a:effectLst/>
                        </a:rPr>
                        <a:t>1</a:t>
                      </a:r>
                      <a:r>
                        <a:rPr lang="ko-KR" altLang="en-US" sz="1400" dirty="0">
                          <a:effectLst/>
                        </a:rPr>
                        <a:t>인용 </a:t>
                      </a:r>
                      <a:r>
                        <a:rPr lang="en-US" altLang="ko-KR" sz="1400" dirty="0">
                          <a:effectLst/>
                        </a:rPr>
                        <a:t>VR </a:t>
                      </a:r>
                      <a:r>
                        <a:rPr lang="ko-KR" altLang="en-US" sz="1400" dirty="0">
                          <a:effectLst/>
                        </a:rPr>
                        <a:t>절차 훈련 콘텐츠</a:t>
                      </a: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7255260"/>
                  </a:ext>
                </a:extLst>
              </a:tr>
              <a:tr h="555026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400" b="1">
                          <a:solidFill>
                            <a:srgbClr val="36403C"/>
                          </a:solidFill>
                          <a:effectLst/>
                        </a:rPr>
                        <a:t>전체 기획 구성</a:t>
                      </a: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PPE </a:t>
                      </a:r>
                      <a:r>
                        <a:rPr lang="ko-KR" altLang="en-US" sz="1400" dirty="0">
                          <a:effectLst/>
                        </a:rPr>
                        <a:t>점검</a:t>
                      </a:r>
                      <a:r>
                        <a:rPr lang="en-US" altLang="ko-KR" sz="1400" dirty="0">
                          <a:effectLst/>
                        </a:rPr>
                        <a:t>·</a:t>
                      </a:r>
                      <a:r>
                        <a:rPr lang="ko-KR" altLang="en-US" sz="1400" dirty="0">
                          <a:effectLst/>
                        </a:rPr>
                        <a:t>판정</a:t>
                      </a:r>
                      <a:r>
                        <a:rPr lang="en-US" altLang="ko-KR" sz="1400" dirty="0">
                          <a:effectLst/>
                        </a:rPr>
                        <a:t>·</a:t>
                      </a:r>
                      <a:r>
                        <a:rPr lang="ko-KR" altLang="en-US" sz="1400" dirty="0">
                          <a:effectLst/>
                        </a:rPr>
                        <a:t>착용 안전교육 </a:t>
                      </a:r>
                      <a:r>
                        <a:rPr lang="en-US" altLang="ko-KR" sz="1400" dirty="0">
                          <a:effectLst/>
                        </a:rPr>
                        <a:t>(</a:t>
                      </a:r>
                      <a:r>
                        <a:rPr lang="ko-KR" altLang="en-US" sz="1400" dirty="0">
                          <a:effectLst/>
                        </a:rPr>
                        <a:t>교육</a:t>
                      </a:r>
                      <a:r>
                        <a:rPr lang="en-US" altLang="ko-KR" sz="1400" dirty="0">
                          <a:effectLst/>
                        </a:rPr>
                        <a:t>/</a:t>
                      </a:r>
                      <a:r>
                        <a:rPr lang="ko-KR" altLang="en-US" sz="1400" dirty="0">
                          <a:effectLst/>
                        </a:rPr>
                        <a:t>훈련</a:t>
                      </a:r>
                      <a:r>
                        <a:rPr lang="en-US" altLang="ko-KR" sz="1400" dirty="0">
                          <a:effectLst/>
                        </a:rPr>
                        <a:t>/</a:t>
                      </a:r>
                      <a:r>
                        <a:rPr lang="ko-KR" altLang="en-US" sz="1400" dirty="0">
                          <a:effectLst/>
                        </a:rPr>
                        <a:t>테스트 모드</a:t>
                      </a:r>
                      <a:r>
                        <a:rPr lang="en-US" altLang="ko-KR" sz="1400" dirty="0">
                          <a:effectLst/>
                        </a:rPr>
                        <a:t>)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8001226"/>
                  </a:ext>
                </a:extLst>
              </a:tr>
              <a:tr h="256650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400" b="1">
                          <a:solidFill>
                            <a:srgbClr val="36403C"/>
                          </a:solidFill>
                          <a:effectLst/>
                        </a:rPr>
                        <a:t>운영 플랫폼</a:t>
                      </a: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</a:rPr>
                        <a:t>AOS </a:t>
                      </a:r>
                      <a:r>
                        <a:rPr lang="ko-KR" altLang="en-US" sz="1400" dirty="0">
                          <a:effectLst/>
                        </a:rPr>
                        <a:t>기반 </a:t>
                      </a:r>
                      <a:r>
                        <a:rPr lang="en-US" sz="1400" dirty="0">
                          <a:effectLst/>
                        </a:rPr>
                        <a:t>Meta Quest 2 Standalone VR</a:t>
                      </a: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9733737"/>
                  </a:ext>
                </a:extLst>
              </a:tr>
              <a:tr h="838660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400" b="1">
                          <a:solidFill>
                            <a:srgbClr val="36403C"/>
                          </a:solidFill>
                          <a:effectLst/>
                        </a:rPr>
                        <a:t>엔진</a:t>
                      </a:r>
                      <a:r>
                        <a:rPr lang="en-US" altLang="ko-KR" sz="1400" b="1">
                          <a:solidFill>
                            <a:srgbClr val="36403C"/>
                          </a:solidFill>
                          <a:effectLst/>
                        </a:rPr>
                        <a:t>·</a:t>
                      </a:r>
                      <a:r>
                        <a:rPr lang="ko-KR" altLang="en-US" sz="1400" b="1">
                          <a:solidFill>
                            <a:srgbClr val="36403C"/>
                          </a:solidFill>
                          <a:effectLst/>
                        </a:rPr>
                        <a:t>개발환경</a:t>
                      </a: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400" b="1" dirty="0">
                          <a:effectLst/>
                        </a:rPr>
                        <a:t>제작 버전</a:t>
                      </a:r>
                      <a:r>
                        <a:rPr lang="en-US" altLang="ko-KR" sz="1400" b="1" dirty="0">
                          <a:effectLst/>
                        </a:rPr>
                        <a:t>:</a:t>
                      </a:r>
                      <a:r>
                        <a:rPr lang="ko-KR" altLang="en-US" sz="1400" dirty="0">
                          <a:effectLst/>
                        </a:rPr>
                        <a:t> </a:t>
                      </a:r>
                      <a:r>
                        <a:rPr lang="en-US" sz="1400" dirty="0">
                          <a:effectLst/>
                        </a:rPr>
                        <a:t>Unity 6000.4.8f1/</a:t>
                      </a:r>
                      <a:br>
                        <a:rPr lang="en-US" sz="1400" dirty="0">
                          <a:effectLst/>
                        </a:rPr>
                      </a:br>
                      <a:r>
                        <a:rPr lang="ko-KR" altLang="en-US" sz="1400" b="1" dirty="0">
                          <a:effectLst/>
                        </a:rPr>
                        <a:t>시연 버전</a:t>
                      </a:r>
                      <a:r>
                        <a:rPr lang="en-US" altLang="ko-KR" sz="1400" b="1" dirty="0">
                          <a:effectLst/>
                        </a:rPr>
                        <a:t>:</a:t>
                      </a:r>
                      <a:r>
                        <a:rPr lang="ko-KR" altLang="en-US" sz="1400" dirty="0">
                          <a:effectLst/>
                        </a:rPr>
                        <a:t> </a:t>
                      </a:r>
                      <a:r>
                        <a:rPr lang="en-US" sz="1400" dirty="0">
                          <a:effectLst/>
                        </a:rPr>
                        <a:t>Unity 6000.4.8f1</a:t>
                      </a:r>
                      <a:br>
                        <a:rPr lang="en-US" sz="1400" dirty="0">
                          <a:effectLst/>
                        </a:rPr>
                      </a:br>
                      <a:r>
                        <a:rPr lang="en-US" sz="1400" b="1" dirty="0">
                          <a:effectLst/>
                        </a:rPr>
                        <a:t>XR </a:t>
                      </a:r>
                      <a:r>
                        <a:rPr lang="ko-KR" altLang="en-US" sz="1400" b="1" dirty="0">
                          <a:effectLst/>
                        </a:rPr>
                        <a:t>환경</a:t>
                      </a:r>
                      <a:r>
                        <a:rPr lang="en-US" altLang="ko-KR" sz="1400" b="1" dirty="0">
                          <a:effectLst/>
                        </a:rPr>
                        <a:t>:</a:t>
                      </a:r>
                      <a:r>
                        <a:rPr lang="ko-KR" altLang="en-US" sz="1400" dirty="0">
                          <a:effectLst/>
                        </a:rPr>
                        <a:t> </a:t>
                      </a:r>
                      <a:r>
                        <a:rPr lang="en-US" sz="1400" dirty="0" err="1">
                          <a:effectLst/>
                        </a:rPr>
                        <a:t>OpenXR</a:t>
                      </a:r>
                      <a:r>
                        <a:rPr lang="en-US" sz="1400" dirty="0">
                          <a:effectLst/>
                        </a:rPr>
                        <a:t> 1.17.1 /XR Interaction Toolkit 3.4.1 </a:t>
                      </a:r>
                      <a:br>
                        <a:rPr lang="en-US" sz="1400" dirty="0">
                          <a:effectLst/>
                        </a:rPr>
                      </a:br>
                      <a:r>
                        <a:rPr lang="en-US" sz="1400" dirty="0">
                          <a:effectLst/>
                        </a:rPr>
                        <a:t>/XR Hands 1.7.3/Input System 1.19.0</a:t>
                      </a:r>
                      <a:br>
                        <a:rPr lang="en-US" sz="1400" dirty="0">
                          <a:effectLst/>
                        </a:rPr>
                      </a:br>
                      <a:r>
                        <a:rPr lang="ko-KR" altLang="en-US" sz="1400" b="1" dirty="0">
                          <a:effectLst/>
                        </a:rPr>
                        <a:t>플랫폼</a:t>
                      </a:r>
                      <a:r>
                        <a:rPr lang="en-US" altLang="ko-KR" sz="1400" b="1" dirty="0">
                          <a:effectLst/>
                        </a:rPr>
                        <a:t>:</a:t>
                      </a:r>
                      <a:r>
                        <a:rPr lang="en-US" altLang="ko-KR" sz="1400" dirty="0">
                          <a:effectLst/>
                        </a:rPr>
                        <a:t> </a:t>
                      </a:r>
                      <a:r>
                        <a:rPr lang="en-US" sz="1400" dirty="0">
                          <a:effectLst/>
                        </a:rPr>
                        <a:t>Android / Meta Quest 2</a:t>
                      </a: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7969479"/>
                  </a:ext>
                </a:extLst>
              </a:tr>
              <a:tr h="838660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400" b="1">
                          <a:solidFill>
                            <a:srgbClr val="36403C"/>
                          </a:solidFill>
                          <a:effectLst/>
                        </a:rPr>
                        <a:t>툴</a:t>
                      </a:r>
                      <a:r>
                        <a:rPr lang="en-US" altLang="ko-KR" sz="1400" b="1">
                          <a:solidFill>
                            <a:srgbClr val="36403C"/>
                          </a:solidFill>
                          <a:effectLst/>
                        </a:rPr>
                        <a:t>·</a:t>
                      </a:r>
                      <a:r>
                        <a:rPr lang="ko-KR" altLang="en-US" sz="1400" b="1">
                          <a:solidFill>
                            <a:srgbClr val="36403C"/>
                          </a:solidFill>
                          <a:effectLst/>
                        </a:rPr>
                        <a:t>에셋</a:t>
                      </a: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400" dirty="0">
                          <a:effectLst/>
                        </a:rPr>
                        <a:t>코드</a:t>
                      </a:r>
                      <a:r>
                        <a:rPr lang="en-US" altLang="ko-KR" sz="1400" dirty="0">
                          <a:effectLst/>
                        </a:rPr>
                        <a:t>: Codex Pro</a:t>
                      </a:r>
                      <a:br>
                        <a:rPr lang="en-US" altLang="ko-KR" sz="1400" dirty="0">
                          <a:effectLst/>
                        </a:rPr>
                      </a:br>
                      <a:r>
                        <a:rPr lang="en-US" altLang="ko-KR" sz="1400" dirty="0">
                          <a:effectLst/>
                        </a:rPr>
                        <a:t>3D: </a:t>
                      </a:r>
                      <a:r>
                        <a:rPr lang="en-US" altLang="ko-KR" sz="1400" dirty="0" err="1">
                          <a:effectLst/>
                        </a:rPr>
                        <a:t>Tripo</a:t>
                      </a:r>
                      <a:r>
                        <a:rPr lang="en-US" altLang="ko-KR" sz="1400" dirty="0">
                          <a:effectLst/>
                        </a:rPr>
                        <a:t> 3D                 2D/UI: ChatGPT</a:t>
                      </a:r>
                      <a:br>
                        <a:rPr lang="en-US" altLang="ko-KR" sz="1400" dirty="0">
                          <a:effectLst/>
                        </a:rPr>
                      </a:br>
                      <a:r>
                        <a:rPr lang="en-US" altLang="ko-KR" sz="1400" dirty="0">
                          <a:effectLst/>
                        </a:rPr>
                        <a:t>BGM: Suno</a:t>
                      </a:r>
                      <a:br>
                        <a:rPr lang="en-US" altLang="ko-KR" sz="1400" dirty="0">
                          <a:effectLst/>
                        </a:rPr>
                      </a:br>
                      <a:r>
                        <a:rPr lang="en-US" altLang="ko-KR" sz="1400" dirty="0">
                          <a:effectLst/>
                        </a:rPr>
                        <a:t>SFX</a:t>
                      </a:r>
                      <a:r>
                        <a:rPr lang="ko-KR" altLang="en-US" sz="1400" dirty="0">
                          <a:effectLst/>
                        </a:rPr>
                        <a:t> </a:t>
                      </a:r>
                      <a:r>
                        <a:rPr lang="en-US" altLang="ko-KR" sz="1400" dirty="0">
                          <a:effectLst/>
                        </a:rPr>
                        <a:t>: Freesound.org       TTS: </a:t>
                      </a:r>
                      <a:r>
                        <a:rPr lang="en-US" altLang="ko-KR" sz="1400" dirty="0" err="1">
                          <a:effectLst/>
                        </a:rPr>
                        <a:t>ElevenLabs</a:t>
                      </a:r>
                      <a:endParaRPr lang="en-US" altLang="ko-KR" sz="1400" dirty="0">
                        <a:effectLst/>
                      </a:endParaRP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866594"/>
                  </a:ext>
                </a:extLst>
              </a:tr>
              <a:tr h="693157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400" b="1">
                          <a:solidFill>
                            <a:srgbClr val="36403C"/>
                          </a:solidFill>
                          <a:effectLst/>
                        </a:rPr>
                        <a:t>조작 원칙</a:t>
                      </a: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400" dirty="0">
                          <a:effectLst/>
                        </a:rPr>
                        <a:t>양손 컨트롤러 </a:t>
                      </a:r>
                      <a:r>
                        <a:rPr lang="en-US" altLang="ko-KR" sz="1400" dirty="0">
                          <a:effectLst/>
                        </a:rPr>
                        <a:t>- </a:t>
                      </a:r>
                      <a:r>
                        <a:rPr lang="ko-KR" altLang="en-US" sz="1400" dirty="0">
                          <a:effectLst/>
                        </a:rPr>
                        <a:t>트리거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>
                          <a:effectLst/>
                        </a:rPr>
                        <a:t>그립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>
                          <a:effectLst/>
                        </a:rPr>
                        <a:t>조이스틱</a:t>
                      </a:r>
                      <a:r>
                        <a:rPr lang="en-US" altLang="ko-KR" sz="1400" dirty="0">
                          <a:effectLst/>
                        </a:rPr>
                        <a:t>, A</a:t>
                      </a:r>
                      <a:r>
                        <a:rPr lang="ko-KR" altLang="en-US" sz="1400" dirty="0">
                          <a:effectLst/>
                        </a:rPr>
                        <a:t>버튼</a:t>
                      </a:r>
                      <a:endParaRPr lang="en-US" altLang="ko-KR" sz="1400" dirty="0">
                        <a:effectLst/>
                      </a:endParaRP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19495"/>
                  </a:ext>
                </a:extLst>
              </a:tr>
              <a:tr h="402152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400" b="1" dirty="0">
                          <a:solidFill>
                            <a:srgbClr val="36403C"/>
                          </a:solidFill>
                          <a:effectLst/>
                        </a:rPr>
                        <a:t>개발 목표와 </a:t>
                      </a:r>
                      <a:br>
                        <a:rPr lang="en-US" altLang="ko-KR" sz="1400" b="1" dirty="0">
                          <a:solidFill>
                            <a:srgbClr val="36403C"/>
                          </a:solidFill>
                          <a:effectLst/>
                        </a:rPr>
                      </a:br>
                      <a:r>
                        <a:rPr lang="ko-KR" altLang="en-US" sz="1400" b="1" dirty="0">
                          <a:solidFill>
                            <a:srgbClr val="36403C"/>
                          </a:solidFill>
                          <a:effectLst/>
                        </a:rPr>
                        <a:t>구현 방식</a:t>
                      </a: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1</a:t>
                      </a:r>
                      <a:r>
                        <a:rPr lang="ko-KR" altLang="en-US" sz="1400" dirty="0">
                          <a:effectLst/>
                        </a:rPr>
                        <a:t>인 개발 프로토타입</a:t>
                      </a:r>
                      <a:r>
                        <a:rPr lang="en-US" altLang="ko-KR" sz="1400" dirty="0">
                          <a:effectLst/>
                        </a:rPr>
                        <a:t>. </a:t>
                      </a:r>
                      <a:br>
                        <a:rPr lang="en-US" altLang="ko-KR" sz="1400" dirty="0">
                          <a:effectLst/>
                        </a:rPr>
                      </a:br>
                      <a:r>
                        <a:rPr lang="ko-KR" altLang="en-US" sz="1400" dirty="0">
                          <a:effectLst/>
                        </a:rPr>
                        <a:t>교육 핵심 원리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>
                          <a:effectLst/>
                        </a:rPr>
                        <a:t>절차는 유지</a:t>
                      </a:r>
                      <a:br>
                        <a:rPr lang="en-US" altLang="ko-KR" sz="1400" dirty="0">
                          <a:effectLst/>
                        </a:rPr>
                      </a:br>
                      <a:r>
                        <a:rPr lang="ko-KR" altLang="en-US" sz="1400" dirty="0">
                          <a:effectLst/>
                        </a:rPr>
                        <a:t>상세 묘사</a:t>
                      </a:r>
                      <a:r>
                        <a:rPr lang="en-US" altLang="ko-KR" sz="1400" dirty="0">
                          <a:effectLst/>
                        </a:rPr>
                        <a:t> · </a:t>
                      </a:r>
                      <a:r>
                        <a:rPr lang="ko-KR" altLang="en-US" sz="1400" dirty="0">
                          <a:effectLst/>
                        </a:rPr>
                        <a:t>복잡한 물리 </a:t>
                      </a:r>
                      <a:r>
                        <a:rPr lang="en-US" altLang="ko-KR" sz="1400" dirty="0">
                          <a:effectLst/>
                        </a:rPr>
                        <a:t>· NPC · </a:t>
                      </a:r>
                      <a:r>
                        <a:rPr lang="ko-KR" altLang="en-US" sz="1400" dirty="0">
                          <a:effectLst/>
                        </a:rPr>
                        <a:t>실시간 변형은 단순화</a:t>
                      </a: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9474932"/>
                  </a:ext>
                </a:extLst>
              </a:tr>
              <a:tr h="402152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400" b="1">
                          <a:solidFill>
                            <a:srgbClr val="36403C"/>
                          </a:solidFill>
                          <a:effectLst/>
                        </a:rPr>
                        <a:t>1</a:t>
                      </a:r>
                      <a:r>
                        <a:rPr lang="ko-KR" altLang="en-US" sz="1400" b="1">
                          <a:solidFill>
                            <a:srgbClr val="36403C"/>
                          </a:solidFill>
                          <a:effectLst/>
                        </a:rPr>
                        <a:t>차 산출물</a:t>
                      </a: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400" dirty="0">
                          <a:effectLst/>
                        </a:rPr>
                        <a:t>유니티 프로젝트 폴더</a:t>
                      </a:r>
                      <a:r>
                        <a:rPr lang="en-US" altLang="ko-KR" sz="1400" dirty="0">
                          <a:effectLst/>
                        </a:rPr>
                        <a:t>(</a:t>
                      </a:r>
                      <a:r>
                        <a:rPr lang="ko-KR" altLang="en-US" sz="1400" dirty="0">
                          <a:effectLst/>
                        </a:rPr>
                        <a:t>시연포함</a:t>
                      </a:r>
                      <a:r>
                        <a:rPr lang="en-US" altLang="ko-KR" sz="1400" dirty="0">
                          <a:effectLst/>
                        </a:rPr>
                        <a:t>), </a:t>
                      </a:r>
                      <a:r>
                        <a:rPr lang="ko-KR" altLang="en-US" sz="1400" dirty="0">
                          <a:effectLst/>
                        </a:rPr>
                        <a:t>프로토타입 기획서</a:t>
                      </a:r>
                      <a:r>
                        <a:rPr lang="en-US" altLang="ko-KR" sz="1400" dirty="0">
                          <a:effectLst/>
                        </a:rPr>
                        <a:t>, PT</a:t>
                      </a:r>
                      <a:r>
                        <a:rPr lang="ko-KR" altLang="en-US" sz="1400" dirty="0">
                          <a:effectLst/>
                        </a:rPr>
                        <a:t>자료</a:t>
                      </a: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607167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90281-DAB8-3487-CA60-35FC3AFE7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3C831BE4-1236-21B8-78A5-0BC664BD7D79}"/>
              </a:ext>
            </a:extLst>
          </p:cNvPr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D03ABE00-27CD-8153-CEE2-877C69164DF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4BAD3A34-35BE-B608-ADFA-6C4EC0934F8A}"/>
              </a:ext>
            </a:extLst>
          </p:cNvPr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FAE7E9E-844D-017D-0BED-7BEE22E39859}"/>
              </a:ext>
            </a:extLst>
          </p:cNvPr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291FC5B5-58ED-E283-0615-5B38B75A1477}"/>
              </a:ext>
            </a:extLst>
          </p:cNvPr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</a:t>
            </a: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000" b="1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</a:t>
            </a:r>
            <a:r>
              <a:rPr lang="ko-KR" alt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개요</a:t>
            </a:r>
            <a:endParaRPr lang="en-US" sz="20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7B7691AE-7CAF-5CB7-7C41-9D4B7111E2F4}"/>
              </a:ext>
            </a:extLst>
          </p:cNvPr>
          <p:cNvSpPr/>
          <p:nvPr/>
        </p:nvSpPr>
        <p:spPr>
          <a:xfrm>
            <a:off x="594360" y="1363092"/>
            <a:ext cx="6355080" cy="4237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23BB71B3-818C-9261-6AD4-A7EEF8931694}"/>
              </a:ext>
            </a:extLst>
          </p:cNvPr>
          <p:cNvSpPr/>
          <p:nvPr/>
        </p:nvSpPr>
        <p:spPr>
          <a:xfrm>
            <a:off x="795528" y="4165155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목표</a:t>
            </a:r>
            <a:endParaRPr lang="en-US" sz="16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7884DD0-50C3-1C7E-E37B-6A5ED5D33049}"/>
              </a:ext>
            </a:extLst>
          </p:cNvPr>
          <p:cNvSpPr/>
          <p:nvPr/>
        </p:nvSpPr>
        <p:spPr>
          <a:xfrm>
            <a:off x="795528" y="4530915"/>
            <a:ext cx="5952744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작업에서 PPE는 “착용했다”만으로 충분하지 않다. 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</a:t>
            </a: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조건에 맞는 보호구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인지, </a:t>
            </a: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손상과 </a:t>
            </a:r>
            <a:r>
              <a:rPr lang="en-US" sz="14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오염은</a:t>
            </a: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없는지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PPE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 주의사항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등을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학습하여 </a:t>
            </a:r>
            <a:r>
              <a:rPr lang="en-US" sz="1400" b="1" u="sng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</a:t>
            </a:r>
            <a:r>
              <a:rPr lang="en-US" sz="1400" b="1" u="sng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b="1" u="sng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스스로</a:t>
            </a:r>
            <a:r>
              <a:rPr lang="en-US" sz="1400" b="1" u="sng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b="1" u="sng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r>
              <a:rPr lang="ko-KR" altLang="en-US" sz="1400" u="sng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 끝까지 수행할 수 있게 한다</a:t>
            </a:r>
            <a:r>
              <a:rPr lang="en-US" altLang="ko-KR" sz="1400" u="sng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00" dirty="0"/>
          </a:p>
        </p:txBody>
      </p:sp>
      <p:sp>
        <p:nvSpPr>
          <p:cNvPr id="2" name="Text 6">
            <a:extLst>
              <a:ext uri="{FF2B5EF4-FFF2-40B4-BE49-F238E27FC236}">
                <a16:creationId xmlns:a16="http://schemas.microsoft.com/office/drawing/2014/main" id="{8A4BA6C7-5614-9528-3A11-EC0A823CE817}"/>
              </a:ext>
            </a:extLst>
          </p:cNvPr>
          <p:cNvSpPr/>
          <p:nvPr/>
        </p:nvSpPr>
        <p:spPr>
          <a:xfrm>
            <a:off x="805053" y="1696100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</a:rPr>
              <a:t>기획 배경</a:t>
            </a:r>
            <a:endParaRPr lang="en-US" sz="160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80F94A66-B1AD-5B8F-36B3-3561202AE1FF}"/>
              </a:ext>
            </a:extLst>
          </p:cNvPr>
          <p:cNvSpPr/>
          <p:nvPr/>
        </p:nvSpPr>
        <p:spPr>
          <a:xfrm>
            <a:off x="805053" y="2006535"/>
            <a:ext cx="5952744" cy="52441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TO21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과 연계된 화학물질 산업 재해 교육 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VR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프로젝트 중 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PPE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착용 교육을</a:t>
            </a:r>
            <a:endParaRPr lang="en-US" altLang="ko-KR" sz="1400" dirty="0">
              <a:solidFill>
                <a:srgbClr val="111827"/>
              </a:solidFill>
              <a:latin typeface="Malgun Gothic" pitchFamily="34" charset="0"/>
              <a:ea typeface="Malgun Gothic" pitchFamily="34" charset="-122"/>
            </a:endParaRPr>
          </a:p>
          <a:p>
            <a:pPr marL="0" indent="0">
              <a:buNone/>
            </a:pP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프로젝트 주제로 선정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,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진행한다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.</a:t>
            </a:r>
            <a:endParaRPr lang="en-US" sz="140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583F8D33-4360-6ECB-A689-1831428E5E64}"/>
              </a:ext>
            </a:extLst>
          </p:cNvPr>
          <p:cNvSpPr/>
          <p:nvPr/>
        </p:nvSpPr>
        <p:spPr>
          <a:xfrm>
            <a:off x="805053" y="2838589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</a:rPr>
              <a:t>프로젝트 배경</a:t>
            </a:r>
            <a:endParaRPr lang="en-US" sz="1600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3BBC343F-805C-F0F4-F367-E151731C6BFB}"/>
              </a:ext>
            </a:extLst>
          </p:cNvPr>
          <p:cNvSpPr/>
          <p:nvPr/>
        </p:nvSpPr>
        <p:spPr>
          <a:xfrm>
            <a:off x="805053" y="3204349"/>
            <a:ext cx="5952744" cy="7567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위험한 화학물질 환경의 작업자들이 현장에 대한 낮은 경각심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,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인지 부족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,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편의에 의한 불완전 또는 </a:t>
            </a:r>
            <a:r>
              <a:rPr lang="ko-KR" alt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미장착으로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 인명 사고의 피해를 줄이고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,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안전하고 쉽게 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PPE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장착 프로세스를 체득하게 해 현장에서 적응을 높인다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.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  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830938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</a:t>
            </a:r>
            <a:r>
              <a:rPr lang="en-US" sz="2000" b="1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</a:t>
            </a: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피드백과 목표 정의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217352"/>
            <a:ext cx="6355080" cy="1743372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59761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피드백 1 · </a:t>
            </a:r>
            <a:r>
              <a:rPr lang="ko-KR" altLang="en-US" sz="17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</a:t>
            </a:r>
            <a:r>
              <a:rPr lang="en-US" sz="1700" b="1" dirty="0" err="1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모드</a:t>
            </a:r>
            <a:r>
              <a:rPr lang="en-US" sz="17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구분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95528" y="1963372"/>
            <a:ext cx="595274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</a:t>
            </a:r>
            <a:r>
              <a:rPr lang="en-US" altLang="ko-KR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en-US" altLang="ko-KR" sz="14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훈련</a:t>
            </a:r>
            <a:r>
              <a:rPr lang="en-US" altLang="ko-KR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en-US" altLang="ko-KR" sz="14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</a:t>
            </a:r>
            <a:r>
              <a:rPr lang="en-US" altLang="ko-KR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모드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다른 학습 경험으로 설계한다. 교육은 상세 안내, 훈련은 반복 연습, 테스트는 독립 수행 평가가 되어야 한다.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3301768"/>
            <a:ext cx="6355080" cy="168536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3603520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피드백 2 · 품질 우선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95528" y="3969279"/>
            <a:ext cx="5952744" cy="6768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기능을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얇고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넓게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나열하기보다 사용자가 실제로 시작부터 끝까지 따라갈 수 있는</a:t>
            </a: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하나의 학습 루트를 명확하게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만든다.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  <p:sp>
        <p:nvSpPr>
          <p:cNvPr id="20" name="Shape 8">
            <a:extLst>
              <a:ext uri="{FF2B5EF4-FFF2-40B4-BE49-F238E27FC236}">
                <a16:creationId xmlns:a16="http://schemas.microsoft.com/office/drawing/2014/main" id="{E8EC7479-EE90-43AA-7F93-1021D304319E}"/>
              </a:ext>
            </a:extLst>
          </p:cNvPr>
          <p:cNvSpPr/>
          <p:nvPr/>
        </p:nvSpPr>
        <p:spPr>
          <a:xfrm>
            <a:off x="603885" y="5789437"/>
            <a:ext cx="6355080" cy="3468834"/>
          </a:xfrm>
          <a:prstGeom prst="roundRect">
            <a:avLst>
              <a:gd name="adj" fmla="val 6746"/>
            </a:avLst>
          </a:prstGeom>
          <a:solidFill>
            <a:srgbClr val="E8F1FF"/>
          </a:solidFill>
          <a:ln w="12700">
            <a:solidFill>
              <a:srgbClr val="246BFE"/>
            </a:solidFill>
            <a:prstDash val="solid"/>
          </a:ln>
        </p:spPr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ADE955B8-B7C5-BB36-DAE2-E9A6490675E2}"/>
              </a:ext>
            </a:extLst>
          </p:cNvPr>
          <p:cNvSpPr/>
          <p:nvPr/>
        </p:nvSpPr>
        <p:spPr>
          <a:xfrm>
            <a:off x="710755" y="6451063"/>
            <a:ext cx="5989320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</a:t>
            </a:r>
            <a:r>
              <a:rPr lang="en-US" sz="1500" dirty="0" err="1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</a:t>
            </a:r>
            <a:r>
              <a:rPr lang="en-US" sz="1500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교육</a:t>
            </a:r>
            <a:r>
              <a:rPr lang="en-US" sz="15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</a:t>
            </a:r>
            <a:r>
              <a:rPr lang="en-US" sz="1500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보는 교육 </a:t>
            </a:r>
            <a:r>
              <a:rPr lang="en-US" sz="15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</a:t>
            </a:r>
            <a:r>
              <a:rPr lang="en-US" sz="1500" b="1" u="sng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수행 → 피드백 → </a:t>
            </a:r>
            <a:r>
              <a:rPr lang="en-US" sz="1500" b="1" u="sng" dirty="0" err="1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</a:t>
            </a:r>
            <a:r>
              <a:rPr lang="en-US" sz="1500" b="1" u="sng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500" b="1" u="sng" dirty="0" err="1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</a:t>
            </a:r>
            <a:r>
              <a:rPr lang="en-US" sz="1500" b="1" u="sng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”</a:t>
            </a:r>
          </a:p>
          <a:p>
            <a:pPr marL="0" indent="0" algn="ctr">
              <a:buNone/>
            </a:pPr>
            <a:endParaRPr lang="en-US" sz="1500" b="1" dirty="0">
              <a:solidFill>
                <a:srgbClr val="18324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•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PPE를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잡고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돌려보며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판단하는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경험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b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수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있다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b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altLang="ko-KR" sz="1600" dirty="0"/>
          </a:p>
          <a:p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• </a:t>
            </a:r>
            <a:r>
              <a:rPr lang="ko-KR" alt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모드에서는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요소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동시에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사용해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VR </a:t>
            </a:r>
            <a:b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초보자의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부담을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줄일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수 </a:t>
            </a:r>
            <a:r>
              <a:rPr lang="ko-KR" alt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있는 </a:t>
            </a:r>
            <a:r>
              <a:rPr lang="en-US" altLang="ko-KR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UX</a:t>
            </a:r>
            <a:r>
              <a:rPr lang="ko-KR" alt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적용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b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endParaRPr lang="en-US" altLang="ko-KR" sz="1600" dirty="0"/>
          </a:p>
          <a:p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• </a:t>
            </a:r>
            <a:r>
              <a:rPr lang="ko-KR" alt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효과의 극대화를 위해 </a:t>
            </a:r>
            <a:r>
              <a:rPr lang="en-US" altLang="ko-KR" sz="16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</a:t>
            </a:r>
            <a:r>
              <a:rPr lang="en-US" altLang="ko-KR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en-US" altLang="ko-KR" sz="16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훈련</a:t>
            </a:r>
            <a:r>
              <a:rPr lang="en-US" altLang="ko-KR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en-US" altLang="ko-KR" sz="16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나누어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b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</a:t>
            </a:r>
            <a:r>
              <a:rPr lang="ko-KR" alt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점진적인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습 </a:t>
            </a:r>
            <a:r>
              <a:rPr lang="ko-KR" alt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조를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수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있다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altLang="ko-KR" sz="1600" dirty="0"/>
          </a:p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3F39E7E7-C09E-98D9-61B8-9CAE9ED00BD6}"/>
              </a:ext>
            </a:extLst>
          </p:cNvPr>
          <p:cNvSpPr/>
          <p:nvPr/>
        </p:nvSpPr>
        <p:spPr>
          <a:xfrm>
            <a:off x="805053" y="6110020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교육 시스템 기준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 개발 범위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072579"/>
            <a:ext cx="1234440" cy="554355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828800" y="1072579"/>
            <a:ext cx="5120640" cy="554355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내용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94360" y="1626934"/>
            <a:ext cx="1234440" cy="55435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포함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828800" y="1626934"/>
            <a:ext cx="5120640" cy="55435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PPE 룸 진입, 작업 정보 확인, PPE 7종 확인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181289"/>
            <a:ext cx="1234440" cy="55435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28800" y="2181289"/>
            <a:ext cx="5120640" cy="55435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Grab · 회전 · 결함 확인 · 정상/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결함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2735644"/>
            <a:ext cx="1234440" cy="55435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28800" y="2735644"/>
            <a:ext cx="5120640" cy="55435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PPE 선택, 착용 처리,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거울 앞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착용 확인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3289999"/>
            <a:ext cx="1234440" cy="55435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포함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828800" y="3289999"/>
            <a:ext cx="5120640" cy="55435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TTS ·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요소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오류 해설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3844354"/>
            <a:ext cx="1234440" cy="55435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포함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28800" y="3844354"/>
            <a:ext cx="5120640" cy="55435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미니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퀴즈와 결과 요약 화면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4398709"/>
            <a:ext cx="1234440" cy="55435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제외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828800" y="4398709"/>
            <a:ext cx="5120640" cy="55435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PPE 외 다른 안전 시나리오 전체 구현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4360" y="4953064"/>
            <a:ext cx="1234440" cy="55435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제외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828800" y="4953064"/>
            <a:ext cx="5120640" cy="55435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PPE 착용 교육 외 시스템 구현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94360" y="5927472"/>
            <a:ext cx="6355080" cy="1797620"/>
          </a:xfrm>
          <a:prstGeom prst="roundRect">
            <a:avLst>
              <a:gd name="adj" fmla="val 5263"/>
            </a:avLst>
          </a:prstGeom>
          <a:solidFill>
            <a:srgbClr val="E8F1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5528" y="6242178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 원칙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95528" y="6607937"/>
            <a:ext cx="5952744" cy="100552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단계에서는 PPE 착용 교육 루트와 3모드 정책을 설계한다. 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프로토타입의 성공 기준은 교육모드를 끊김 없이 완주할 수 있도록 계획을 세우는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것이다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 </a:t>
            </a:r>
            <a:r>
              <a:rPr lang="ko-KR" alt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구현시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훈련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테스트모드의 구현을 수행한다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94360" y="8145145"/>
            <a:ext cx="6355080" cy="1340612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5528" y="8406193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95528" y="8771953"/>
            <a:ext cx="595274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문서는 개발 전 계획 문서이므로 실제 구현 완료 여부, 개발 중 변경 사유, 버그 해결 결과는 포함하지 않는다.</a:t>
            </a:r>
            <a:endParaRPr lang="en-US" sz="14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C48493D-D2DA-FF12-3F3A-2E6157A5705D}"/>
              </a:ext>
            </a:extLst>
          </p:cNvPr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ECEDA15-BCA2-F0DC-2197-EF0118FBDDDB}"/>
              </a:ext>
            </a:extLst>
          </p:cNvPr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1E65CB5-21EB-722B-56CB-C556910C4C0B}"/>
              </a:ext>
            </a:extLst>
          </p:cNvPr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씬 플로우</a:t>
            </a:r>
            <a:r>
              <a:rPr lang="en-US" altLang="ko-KR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(App</a:t>
            </a:r>
            <a:r>
              <a:rPr lang="ko-KR" alt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씬 제외</a:t>
            </a:r>
            <a:r>
              <a:rPr lang="en-US" altLang="ko-KR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20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41E6B6A-DD2B-CECE-6774-21068EC8B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1" y="1500188"/>
            <a:ext cx="6177910" cy="390183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30F35FF-7DE0-7FCF-985F-FEF9D99C83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6291803"/>
            <a:ext cx="6306430" cy="3620005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0658EA58-A06A-702B-709A-6F8F0A0E241D}"/>
              </a:ext>
            </a:extLst>
          </p:cNvPr>
          <p:cNvSpPr/>
          <p:nvPr/>
        </p:nvSpPr>
        <p:spPr>
          <a:xfrm>
            <a:off x="795528" y="1020960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</a:t>
            </a:r>
            <a:r>
              <a:rPr lang="ko-KR" altLang="en-US" sz="17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타이틀</a:t>
            </a:r>
            <a:endParaRPr lang="en-US" sz="17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A4D50B31-119D-18DF-C710-ABC5686B5E75}"/>
              </a:ext>
            </a:extLst>
          </p:cNvPr>
          <p:cNvSpPr/>
          <p:nvPr/>
        </p:nvSpPr>
        <p:spPr>
          <a:xfrm>
            <a:off x="795528" y="5862035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</a:t>
            </a:r>
            <a:r>
              <a:rPr lang="ko-KR" altLang="en-US" sz="1700" b="1" dirty="0" err="1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인트로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471904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A795E-D40C-0FEF-9AD7-422A46A87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A5FF81E-A9A4-C924-06CE-E8816CB8ECDD}"/>
              </a:ext>
            </a:extLst>
          </p:cNvPr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3DAA27D-5F90-281A-FCD9-9B9506107C95}"/>
              </a:ext>
            </a:extLst>
          </p:cNvPr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46DA2B2-E024-29DB-C781-2A2059C713E5}"/>
              </a:ext>
            </a:extLst>
          </p:cNvPr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씬 플로우</a:t>
            </a:r>
            <a:r>
              <a:rPr lang="en-US" altLang="ko-KR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(App</a:t>
            </a:r>
            <a:r>
              <a:rPr lang="ko-KR" alt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씬 제외</a:t>
            </a:r>
            <a:r>
              <a:rPr lang="en-US" altLang="ko-KR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20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8DD3692-4812-0883-147D-481952C47A00}"/>
              </a:ext>
            </a:extLst>
          </p:cNvPr>
          <p:cNvSpPr/>
          <p:nvPr/>
        </p:nvSpPr>
        <p:spPr>
          <a:xfrm>
            <a:off x="795528" y="1020960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</a:t>
            </a:r>
            <a:r>
              <a:rPr lang="ko-KR" altLang="en-US" sz="17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로딩</a:t>
            </a:r>
            <a:endParaRPr lang="en-US" sz="17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A528F87B-7EEA-D054-F43F-4790B9A3EBD9}"/>
              </a:ext>
            </a:extLst>
          </p:cNvPr>
          <p:cNvSpPr/>
          <p:nvPr/>
        </p:nvSpPr>
        <p:spPr>
          <a:xfrm>
            <a:off x="795528" y="5724875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PPE</a:t>
            </a:r>
            <a:r>
              <a:rPr lang="ko-KR" altLang="en-US" sz="17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룸</a:t>
            </a:r>
            <a:endParaRPr lang="en-US" sz="17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0FEEF45-3713-7E6B-71ED-552B2CE495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1450728"/>
            <a:ext cx="6165689" cy="337587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4ED0F1E-6C87-BC59-E979-DFD5CFE1B6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6211952"/>
            <a:ext cx="6165689" cy="3434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4165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항목과 점검 기준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941135"/>
            <a:ext cx="1417320" cy="497205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920240" y="941135"/>
            <a:ext cx="5120640" cy="497205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중 확인할 점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02920" y="1415517"/>
            <a:ext cx="1417320" cy="497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방호복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920240" y="1415517"/>
            <a:ext cx="5120640" cy="497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크기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적합성, 지퍼와 목 부분 밀폐, 찢김/오염 여부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1912722"/>
            <a:ext cx="1417320" cy="497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보호장갑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920240" y="1912722"/>
            <a:ext cx="5120640" cy="497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찢김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구멍, 오염, 손목 연결부 틈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2404249"/>
            <a:ext cx="1417320" cy="497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보호장화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920240" y="2404249"/>
            <a:ext cx="5120640" cy="497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바지단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연결, 장화 안으로 액체 유입 가능성, 미끄럼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2887018"/>
            <a:ext cx="1417320" cy="497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호흡보호구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920240" y="2887018"/>
            <a:ext cx="5120640" cy="497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착용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방향, 밀착 상태, 연결부 상태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3384223"/>
            <a:ext cx="1417320" cy="497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안전모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920240" y="3384223"/>
            <a:ext cx="5120640" cy="497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머리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고정, 턱끈/착용 위치, 시야 방해 여부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3881428"/>
            <a:ext cx="1417320" cy="497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등지게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920240" y="3881428"/>
            <a:ext cx="5120640" cy="497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어깨끈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/허리끈 밀착, 호스 걸림 가능성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4364197"/>
            <a:ext cx="1417320" cy="497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테이프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920240" y="4364197"/>
            <a:ext cx="5120640" cy="497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장갑·방호복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연결부 틈, 너무 느슨하거나 과한 감김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4360" y="4888581"/>
            <a:ext cx="6355080" cy="53286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해당 기준은</a:t>
            </a:r>
            <a:r>
              <a:rPr lang="ko-KR" altLang="en-US" sz="1450" b="1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50" b="1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</a:t>
            </a:r>
            <a:r>
              <a:rPr lang="ko-KR" altLang="en-US" sz="1450" b="1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내용</a:t>
            </a:r>
            <a:r>
              <a:rPr lang="ko-KR" altLang="en-US" sz="14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r>
              <a:rPr lang="ko-KR" altLang="en-US" sz="1450" b="1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육안 검증</a:t>
            </a:r>
            <a:r>
              <a:rPr lang="ko-KR" altLang="en-US" sz="14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내용이 포함되어 있습니다</a:t>
            </a:r>
            <a:r>
              <a:rPr lang="en-US" altLang="ko-KR" sz="14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8C68229F-C2A1-A52B-5FAB-A0EC80A0FA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5676"/>
          <a:stretch>
            <a:fillRect/>
          </a:stretch>
        </p:blipFill>
        <p:spPr>
          <a:xfrm>
            <a:off x="582880" y="5846460"/>
            <a:ext cx="6355080" cy="395590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7" name="Text 21">
            <a:extLst>
              <a:ext uri="{FF2B5EF4-FFF2-40B4-BE49-F238E27FC236}">
                <a16:creationId xmlns:a16="http://schemas.microsoft.com/office/drawing/2014/main" id="{65036F90-2938-35BA-A3AF-208F6536D707}"/>
              </a:ext>
            </a:extLst>
          </p:cNvPr>
          <p:cNvSpPr/>
          <p:nvPr/>
        </p:nvSpPr>
        <p:spPr>
          <a:xfrm>
            <a:off x="594360" y="5387767"/>
            <a:ext cx="6355080" cy="53286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PPE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별 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TTS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교육 멘트 중 발췌 ▼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학습 루프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1250442"/>
            <a:ext cx="6263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번의 루트 안에서 확인 · 판단 · 착용 · 복습을 연결한다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814E93AC-01E9-B9C3-454D-D72609F4B441}"/>
              </a:ext>
            </a:extLst>
          </p:cNvPr>
          <p:cNvGrpSpPr/>
          <p:nvPr/>
        </p:nvGrpSpPr>
        <p:grpSpPr>
          <a:xfrm>
            <a:off x="502920" y="2050988"/>
            <a:ext cx="347472" cy="347472"/>
            <a:chOff x="502920" y="2050988"/>
            <a:chExt cx="347472" cy="347472"/>
          </a:xfrm>
        </p:grpSpPr>
        <p:sp>
          <p:nvSpPr>
            <p:cNvPr id="7" name="Shape 5"/>
            <p:cNvSpPr/>
            <p:nvPr/>
          </p:nvSpPr>
          <p:spPr>
            <a:xfrm>
              <a:off x="502920" y="2050988"/>
              <a:ext cx="347472" cy="347472"/>
            </a:xfrm>
            <a:prstGeom prst="ellipse">
              <a:avLst/>
            </a:prstGeom>
            <a:solidFill>
              <a:srgbClr val="246BFE"/>
            </a:solidFill>
            <a:ln w="12700">
              <a:solidFill>
                <a:srgbClr val="246BFE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502920" y="2142428"/>
              <a:ext cx="347472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1</a:t>
              </a:r>
              <a:endParaRPr lang="en-US" sz="1400" dirty="0"/>
            </a:p>
          </p:txBody>
        </p:sp>
      </p:grpSp>
      <p:sp>
        <p:nvSpPr>
          <p:cNvPr id="9" name="Text 7"/>
          <p:cNvSpPr/>
          <p:nvPr/>
        </p:nvSpPr>
        <p:spPr>
          <a:xfrm>
            <a:off x="987552" y="2103955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정보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542032" y="2098274"/>
            <a:ext cx="46842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장소와 위험 정보를 확인한다.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987552" y="2571447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확인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542032" y="2538621"/>
            <a:ext cx="46842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 PPE 7종과 착용 목적을 확인한다.</a:t>
            </a:r>
            <a:endParaRPr lang="en-US" sz="1450" dirty="0"/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6688EF9D-9CE4-BCD4-67B3-184BA5EC0B6C}"/>
              </a:ext>
            </a:extLst>
          </p:cNvPr>
          <p:cNvGrpSpPr/>
          <p:nvPr/>
        </p:nvGrpSpPr>
        <p:grpSpPr>
          <a:xfrm>
            <a:off x="502920" y="2976230"/>
            <a:ext cx="347472" cy="347472"/>
            <a:chOff x="502920" y="2975358"/>
            <a:chExt cx="347472" cy="347472"/>
          </a:xfrm>
        </p:grpSpPr>
        <p:sp>
          <p:nvSpPr>
            <p:cNvPr id="15" name="Shape 13"/>
            <p:cNvSpPr/>
            <p:nvPr/>
          </p:nvSpPr>
          <p:spPr>
            <a:xfrm>
              <a:off x="502920" y="2975358"/>
              <a:ext cx="347472" cy="34747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2700">
              <a:solidFill>
                <a:srgbClr val="246BFE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502920" y="3066798"/>
              <a:ext cx="347472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chemeClr val="bg2">
                      <a:lumMod val="25000"/>
                    </a:schemeClr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3</a:t>
              </a:r>
              <a:endParaRPr lang="en-US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sp>
        <p:nvSpPr>
          <p:cNvPr id="17" name="Text 15"/>
          <p:cNvSpPr/>
          <p:nvPr/>
        </p:nvSpPr>
        <p:spPr>
          <a:xfrm>
            <a:off x="987552" y="3038939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집기 · 점검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542032" y="2978968"/>
            <a:ext cx="46842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보호구를 잡고 회전해 결함 포인트를 본다.</a:t>
            </a:r>
            <a:endParaRPr lang="en-US" sz="1450" dirty="0"/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CD930DB5-3D80-8956-3C0C-451EC7C7CFCE}"/>
              </a:ext>
            </a:extLst>
          </p:cNvPr>
          <p:cNvGrpSpPr/>
          <p:nvPr/>
        </p:nvGrpSpPr>
        <p:grpSpPr>
          <a:xfrm>
            <a:off x="502920" y="3438851"/>
            <a:ext cx="347472" cy="347472"/>
            <a:chOff x="502920" y="3414270"/>
            <a:chExt cx="347472" cy="347472"/>
          </a:xfrm>
        </p:grpSpPr>
        <p:sp>
          <p:nvSpPr>
            <p:cNvPr id="19" name="Shape 17"/>
            <p:cNvSpPr/>
            <p:nvPr/>
          </p:nvSpPr>
          <p:spPr>
            <a:xfrm>
              <a:off x="502920" y="3414270"/>
              <a:ext cx="347472" cy="34747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2700">
              <a:solidFill>
                <a:srgbClr val="246BFE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502920" y="3505710"/>
              <a:ext cx="347472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chemeClr val="bg2">
                      <a:lumMod val="25000"/>
                    </a:schemeClr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4</a:t>
              </a:r>
              <a:endParaRPr lang="en-US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sp>
        <p:nvSpPr>
          <p:cNvPr id="21" name="Text 19"/>
          <p:cNvSpPr/>
          <p:nvPr/>
        </p:nvSpPr>
        <p:spPr>
          <a:xfrm>
            <a:off x="987552" y="3506431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정상/결함 판단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542032" y="3419315"/>
            <a:ext cx="46842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직접 정상 또는 결함을 판정한다.</a:t>
            </a:r>
            <a:endParaRPr lang="en-US" sz="1450" dirty="0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EFC0FC18-ACFE-FB37-176E-7CDFB8F8586A}"/>
              </a:ext>
            </a:extLst>
          </p:cNvPr>
          <p:cNvGrpSpPr/>
          <p:nvPr/>
        </p:nvGrpSpPr>
        <p:grpSpPr>
          <a:xfrm>
            <a:off x="502920" y="3901471"/>
            <a:ext cx="347472" cy="347472"/>
            <a:chOff x="502920" y="3915917"/>
            <a:chExt cx="347472" cy="347472"/>
          </a:xfrm>
        </p:grpSpPr>
        <p:sp>
          <p:nvSpPr>
            <p:cNvPr id="23" name="Shape 21"/>
            <p:cNvSpPr/>
            <p:nvPr/>
          </p:nvSpPr>
          <p:spPr>
            <a:xfrm>
              <a:off x="502920" y="3915917"/>
              <a:ext cx="347472" cy="34747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2700">
              <a:solidFill>
                <a:srgbClr val="246BFE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502920" y="4007357"/>
              <a:ext cx="347472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chemeClr val="bg2">
                      <a:lumMod val="25000"/>
                    </a:schemeClr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5</a:t>
              </a:r>
              <a:endParaRPr lang="en-US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sp>
        <p:nvSpPr>
          <p:cNvPr id="25" name="Text 23"/>
          <p:cNvSpPr/>
          <p:nvPr/>
        </p:nvSpPr>
        <p:spPr>
          <a:xfrm>
            <a:off x="987552" y="3973923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착용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542032" y="3859662"/>
            <a:ext cx="46842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PPE를 착용하고 상태를 기록한다.</a:t>
            </a:r>
            <a:endParaRPr lang="en-US" sz="1450" dirty="0"/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1D7AB804-881C-C4BF-8A72-D15B32AF48F7}"/>
              </a:ext>
            </a:extLst>
          </p:cNvPr>
          <p:cNvGrpSpPr/>
          <p:nvPr/>
        </p:nvGrpSpPr>
        <p:grpSpPr>
          <a:xfrm>
            <a:off x="502920" y="4364092"/>
            <a:ext cx="347472" cy="347472"/>
            <a:chOff x="502920" y="4356961"/>
            <a:chExt cx="347472" cy="347472"/>
          </a:xfrm>
        </p:grpSpPr>
        <p:sp>
          <p:nvSpPr>
            <p:cNvPr id="27" name="Shape 25"/>
            <p:cNvSpPr/>
            <p:nvPr/>
          </p:nvSpPr>
          <p:spPr>
            <a:xfrm>
              <a:off x="502920" y="4356961"/>
              <a:ext cx="347472" cy="347472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rgbClr val="246BFE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502920" y="4448401"/>
              <a:ext cx="347472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7030A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6</a:t>
              </a:r>
              <a:endParaRPr lang="en-US" sz="1400" dirty="0">
                <a:solidFill>
                  <a:srgbClr val="7030A0"/>
                </a:solidFill>
              </a:endParaRPr>
            </a:p>
          </p:txBody>
        </p:sp>
      </p:grpSp>
      <p:sp>
        <p:nvSpPr>
          <p:cNvPr id="29" name="Text 27"/>
          <p:cNvSpPr/>
          <p:nvPr/>
        </p:nvSpPr>
        <p:spPr>
          <a:xfrm>
            <a:off x="987552" y="4441415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확인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2542032" y="4300009"/>
            <a:ext cx="4684268" cy="37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거울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PPE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UI로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누락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확인 여부를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점검한다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50" dirty="0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D95BB520-DAB5-5B80-DC3F-93CF1EAADB7A}"/>
              </a:ext>
            </a:extLst>
          </p:cNvPr>
          <p:cNvGrpSpPr/>
          <p:nvPr/>
        </p:nvGrpSpPr>
        <p:grpSpPr>
          <a:xfrm>
            <a:off x="502920" y="4826711"/>
            <a:ext cx="347472" cy="347472"/>
            <a:chOff x="502920" y="4826711"/>
            <a:chExt cx="347472" cy="347472"/>
          </a:xfrm>
        </p:grpSpPr>
        <p:sp>
          <p:nvSpPr>
            <p:cNvPr id="31" name="Shape 29"/>
            <p:cNvSpPr/>
            <p:nvPr/>
          </p:nvSpPr>
          <p:spPr>
            <a:xfrm>
              <a:off x="502920" y="4826711"/>
              <a:ext cx="347472" cy="347472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rgbClr val="246BFE"/>
              </a:solidFill>
              <a:prstDash val="solid"/>
            </a:ln>
          </p:spPr>
        </p:sp>
        <p:sp>
          <p:nvSpPr>
            <p:cNvPr id="32" name="Text 30"/>
            <p:cNvSpPr/>
            <p:nvPr/>
          </p:nvSpPr>
          <p:spPr>
            <a:xfrm>
              <a:off x="502920" y="4918151"/>
              <a:ext cx="347472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7030A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7</a:t>
              </a:r>
              <a:endParaRPr lang="en-US" sz="1400" dirty="0">
                <a:solidFill>
                  <a:srgbClr val="7030A0"/>
                </a:solidFill>
              </a:endParaRPr>
            </a:p>
          </p:txBody>
        </p:sp>
      </p:grpSp>
      <p:sp>
        <p:nvSpPr>
          <p:cNvPr id="33" name="Text 31"/>
          <p:cNvSpPr/>
          <p:nvPr/>
        </p:nvSpPr>
        <p:spPr>
          <a:xfrm>
            <a:off x="987552" y="4908905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미니 퀴즈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2542032" y="4798720"/>
            <a:ext cx="4684268" cy="428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내용 기반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수칙을 짧은 문제로 복습한다.</a:t>
            </a:r>
            <a:endParaRPr lang="en-US" sz="145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C7920184-7268-348B-2550-60DB6A4DDE4C}"/>
              </a:ext>
            </a:extLst>
          </p:cNvPr>
          <p:cNvGrpSpPr/>
          <p:nvPr/>
        </p:nvGrpSpPr>
        <p:grpSpPr>
          <a:xfrm>
            <a:off x="502920" y="2513609"/>
            <a:ext cx="347472" cy="347472"/>
            <a:chOff x="502920" y="2506702"/>
            <a:chExt cx="347472" cy="347472"/>
          </a:xfrm>
        </p:grpSpPr>
        <p:sp>
          <p:nvSpPr>
            <p:cNvPr id="39" name="Shape 5">
              <a:extLst>
                <a:ext uri="{FF2B5EF4-FFF2-40B4-BE49-F238E27FC236}">
                  <a16:creationId xmlns:a16="http://schemas.microsoft.com/office/drawing/2014/main" id="{5550CBA0-620F-0FCA-C3F0-492692EB596D}"/>
                </a:ext>
              </a:extLst>
            </p:cNvPr>
            <p:cNvSpPr/>
            <p:nvPr/>
          </p:nvSpPr>
          <p:spPr>
            <a:xfrm>
              <a:off x="502920" y="2506702"/>
              <a:ext cx="347472" cy="347472"/>
            </a:xfrm>
            <a:prstGeom prst="ellipse">
              <a:avLst/>
            </a:prstGeom>
            <a:solidFill>
              <a:srgbClr val="246BFE"/>
            </a:solidFill>
            <a:ln w="12700">
              <a:solidFill>
                <a:srgbClr val="246BFE"/>
              </a:solidFill>
              <a:prstDash val="solid"/>
            </a:ln>
          </p:spPr>
        </p:sp>
        <p:sp>
          <p:nvSpPr>
            <p:cNvPr id="40" name="Text 6">
              <a:extLst>
                <a:ext uri="{FF2B5EF4-FFF2-40B4-BE49-F238E27FC236}">
                  <a16:creationId xmlns:a16="http://schemas.microsoft.com/office/drawing/2014/main" id="{3F06B648-6DA7-1407-516D-867788571D96}"/>
                </a:ext>
              </a:extLst>
            </p:cNvPr>
            <p:cNvSpPr/>
            <p:nvPr/>
          </p:nvSpPr>
          <p:spPr>
            <a:xfrm>
              <a:off x="502920" y="2611858"/>
              <a:ext cx="347472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2</a:t>
              </a:r>
              <a:endParaRPr lang="en-US" sz="1400" dirty="0"/>
            </a:p>
          </p:txBody>
        </p:sp>
      </p:grp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F04D6416-E581-1650-9FA0-48D0A028CC4E}"/>
              </a:ext>
            </a:extLst>
          </p:cNvPr>
          <p:cNvCxnSpPr/>
          <p:nvPr/>
        </p:nvCxnSpPr>
        <p:spPr>
          <a:xfrm>
            <a:off x="406400" y="1739900"/>
            <a:ext cx="681990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E07573DF-C326-0D94-1192-23C8EC7F44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209" y="5543337"/>
            <a:ext cx="6457669" cy="3966606"/>
          </a:xfrm>
          <a:prstGeom prst="rect">
            <a:avLst/>
          </a:prstGeom>
        </p:spPr>
      </p:pic>
      <p:grpSp>
        <p:nvGrpSpPr>
          <p:cNvPr id="50" name="그룹 49">
            <a:extLst>
              <a:ext uri="{FF2B5EF4-FFF2-40B4-BE49-F238E27FC236}">
                <a16:creationId xmlns:a16="http://schemas.microsoft.com/office/drawing/2014/main" id="{7EB1248A-C446-585A-986C-F490C8D98EF4}"/>
              </a:ext>
            </a:extLst>
          </p:cNvPr>
          <p:cNvGrpSpPr/>
          <p:nvPr/>
        </p:nvGrpSpPr>
        <p:grpSpPr>
          <a:xfrm>
            <a:off x="1950720" y="6965711"/>
            <a:ext cx="347472" cy="347472"/>
            <a:chOff x="502920" y="2050988"/>
            <a:chExt cx="347472" cy="347472"/>
          </a:xfrm>
        </p:grpSpPr>
        <p:sp>
          <p:nvSpPr>
            <p:cNvPr id="51" name="Shape 5">
              <a:extLst>
                <a:ext uri="{FF2B5EF4-FFF2-40B4-BE49-F238E27FC236}">
                  <a16:creationId xmlns:a16="http://schemas.microsoft.com/office/drawing/2014/main" id="{FD787E0D-36F2-7C98-CDCA-174662691497}"/>
                </a:ext>
              </a:extLst>
            </p:cNvPr>
            <p:cNvSpPr/>
            <p:nvPr/>
          </p:nvSpPr>
          <p:spPr>
            <a:xfrm>
              <a:off x="502920" y="2050988"/>
              <a:ext cx="347472" cy="347472"/>
            </a:xfrm>
            <a:prstGeom prst="ellipse">
              <a:avLst/>
            </a:prstGeom>
            <a:solidFill>
              <a:srgbClr val="246BFE"/>
            </a:solidFill>
            <a:ln w="12700">
              <a:solidFill>
                <a:srgbClr val="246BFE"/>
              </a:solidFill>
              <a:prstDash val="solid"/>
            </a:ln>
          </p:spPr>
        </p:sp>
        <p:sp>
          <p:nvSpPr>
            <p:cNvPr id="52" name="Text 6">
              <a:extLst>
                <a:ext uri="{FF2B5EF4-FFF2-40B4-BE49-F238E27FC236}">
                  <a16:creationId xmlns:a16="http://schemas.microsoft.com/office/drawing/2014/main" id="{6BC980CC-8B37-E77E-9422-477B7E50068C}"/>
                </a:ext>
              </a:extLst>
            </p:cNvPr>
            <p:cNvSpPr/>
            <p:nvPr/>
          </p:nvSpPr>
          <p:spPr>
            <a:xfrm>
              <a:off x="502920" y="2142428"/>
              <a:ext cx="347472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1</a:t>
              </a:r>
              <a:endParaRPr lang="en-US" sz="1400" dirty="0"/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80F8D49E-F978-4E36-58E4-CFF0B828E398}"/>
              </a:ext>
            </a:extLst>
          </p:cNvPr>
          <p:cNvGrpSpPr/>
          <p:nvPr/>
        </p:nvGrpSpPr>
        <p:grpSpPr>
          <a:xfrm>
            <a:off x="3013398" y="6435429"/>
            <a:ext cx="347472" cy="347472"/>
            <a:chOff x="502920" y="2975358"/>
            <a:chExt cx="347472" cy="347472"/>
          </a:xfrm>
        </p:grpSpPr>
        <p:sp>
          <p:nvSpPr>
            <p:cNvPr id="54" name="Shape 13">
              <a:extLst>
                <a:ext uri="{FF2B5EF4-FFF2-40B4-BE49-F238E27FC236}">
                  <a16:creationId xmlns:a16="http://schemas.microsoft.com/office/drawing/2014/main" id="{E97966F1-F9B0-787E-1462-11E3591E2444}"/>
                </a:ext>
              </a:extLst>
            </p:cNvPr>
            <p:cNvSpPr/>
            <p:nvPr/>
          </p:nvSpPr>
          <p:spPr>
            <a:xfrm>
              <a:off x="502920" y="2975358"/>
              <a:ext cx="347472" cy="34747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2700">
              <a:solidFill>
                <a:srgbClr val="246BFE"/>
              </a:solidFill>
              <a:prstDash val="solid"/>
            </a:ln>
          </p:spPr>
        </p:sp>
        <p:sp>
          <p:nvSpPr>
            <p:cNvPr id="55" name="Text 14">
              <a:extLst>
                <a:ext uri="{FF2B5EF4-FFF2-40B4-BE49-F238E27FC236}">
                  <a16:creationId xmlns:a16="http://schemas.microsoft.com/office/drawing/2014/main" id="{7A14088D-2C9F-4226-2712-9046EB4C3A9B}"/>
                </a:ext>
              </a:extLst>
            </p:cNvPr>
            <p:cNvSpPr/>
            <p:nvPr/>
          </p:nvSpPr>
          <p:spPr>
            <a:xfrm>
              <a:off x="502920" y="3066798"/>
              <a:ext cx="347472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chemeClr val="bg2">
                      <a:lumMod val="25000"/>
                    </a:schemeClr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3</a:t>
              </a:r>
              <a:endParaRPr lang="en-US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039B9D5B-7437-9274-D4F5-2C8950FC75B0}"/>
              </a:ext>
            </a:extLst>
          </p:cNvPr>
          <p:cNvGrpSpPr/>
          <p:nvPr/>
        </p:nvGrpSpPr>
        <p:grpSpPr>
          <a:xfrm>
            <a:off x="3393707" y="6435429"/>
            <a:ext cx="347472" cy="347472"/>
            <a:chOff x="502920" y="3414270"/>
            <a:chExt cx="347472" cy="347472"/>
          </a:xfrm>
        </p:grpSpPr>
        <p:sp>
          <p:nvSpPr>
            <p:cNvPr id="57" name="Shape 17">
              <a:extLst>
                <a:ext uri="{FF2B5EF4-FFF2-40B4-BE49-F238E27FC236}">
                  <a16:creationId xmlns:a16="http://schemas.microsoft.com/office/drawing/2014/main" id="{6E653F02-1D59-76CA-D67C-E8DB92C2CD94}"/>
                </a:ext>
              </a:extLst>
            </p:cNvPr>
            <p:cNvSpPr/>
            <p:nvPr/>
          </p:nvSpPr>
          <p:spPr>
            <a:xfrm>
              <a:off x="502920" y="3414270"/>
              <a:ext cx="347472" cy="34747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2700">
              <a:solidFill>
                <a:srgbClr val="246BFE"/>
              </a:solidFill>
              <a:prstDash val="solid"/>
            </a:ln>
          </p:spPr>
        </p:sp>
        <p:sp>
          <p:nvSpPr>
            <p:cNvPr id="58" name="Text 18">
              <a:extLst>
                <a:ext uri="{FF2B5EF4-FFF2-40B4-BE49-F238E27FC236}">
                  <a16:creationId xmlns:a16="http://schemas.microsoft.com/office/drawing/2014/main" id="{E44ECD40-91AF-9903-0A08-222F600AF035}"/>
                </a:ext>
              </a:extLst>
            </p:cNvPr>
            <p:cNvSpPr/>
            <p:nvPr/>
          </p:nvSpPr>
          <p:spPr>
            <a:xfrm>
              <a:off x="502920" y="3505710"/>
              <a:ext cx="347472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chemeClr val="bg2">
                      <a:lumMod val="25000"/>
                    </a:schemeClr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4</a:t>
              </a:r>
              <a:endParaRPr lang="en-US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B97C96F0-1D80-BAE4-430C-EDE988492850}"/>
              </a:ext>
            </a:extLst>
          </p:cNvPr>
          <p:cNvGrpSpPr/>
          <p:nvPr/>
        </p:nvGrpSpPr>
        <p:grpSpPr>
          <a:xfrm>
            <a:off x="3774015" y="6435429"/>
            <a:ext cx="347472" cy="347472"/>
            <a:chOff x="502920" y="3915917"/>
            <a:chExt cx="347472" cy="347472"/>
          </a:xfrm>
        </p:grpSpPr>
        <p:sp>
          <p:nvSpPr>
            <p:cNvPr id="60" name="Shape 21">
              <a:extLst>
                <a:ext uri="{FF2B5EF4-FFF2-40B4-BE49-F238E27FC236}">
                  <a16:creationId xmlns:a16="http://schemas.microsoft.com/office/drawing/2014/main" id="{B73C208E-3D60-BCA8-4CA3-25249E8A446E}"/>
                </a:ext>
              </a:extLst>
            </p:cNvPr>
            <p:cNvSpPr/>
            <p:nvPr/>
          </p:nvSpPr>
          <p:spPr>
            <a:xfrm>
              <a:off x="502920" y="3915917"/>
              <a:ext cx="347472" cy="34747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2700">
              <a:solidFill>
                <a:srgbClr val="246BFE"/>
              </a:solidFill>
              <a:prstDash val="solid"/>
            </a:ln>
          </p:spPr>
        </p:sp>
        <p:sp>
          <p:nvSpPr>
            <p:cNvPr id="61" name="Text 22">
              <a:extLst>
                <a:ext uri="{FF2B5EF4-FFF2-40B4-BE49-F238E27FC236}">
                  <a16:creationId xmlns:a16="http://schemas.microsoft.com/office/drawing/2014/main" id="{B02BA1D2-5A0C-7141-B809-36627952DB4E}"/>
                </a:ext>
              </a:extLst>
            </p:cNvPr>
            <p:cNvSpPr/>
            <p:nvPr/>
          </p:nvSpPr>
          <p:spPr>
            <a:xfrm>
              <a:off x="502920" y="4007357"/>
              <a:ext cx="347472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chemeClr val="bg2">
                      <a:lumMod val="25000"/>
                    </a:schemeClr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5</a:t>
              </a:r>
              <a:endParaRPr lang="en-US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73E2551B-AF43-1C9F-8C73-B62CE23B6BBE}"/>
              </a:ext>
            </a:extLst>
          </p:cNvPr>
          <p:cNvGrpSpPr/>
          <p:nvPr/>
        </p:nvGrpSpPr>
        <p:grpSpPr>
          <a:xfrm>
            <a:off x="5118735" y="6421611"/>
            <a:ext cx="347472" cy="347472"/>
            <a:chOff x="502920" y="4356961"/>
            <a:chExt cx="347472" cy="347472"/>
          </a:xfrm>
        </p:grpSpPr>
        <p:sp>
          <p:nvSpPr>
            <p:cNvPr id="63" name="Shape 25">
              <a:extLst>
                <a:ext uri="{FF2B5EF4-FFF2-40B4-BE49-F238E27FC236}">
                  <a16:creationId xmlns:a16="http://schemas.microsoft.com/office/drawing/2014/main" id="{0149389D-7AD6-E50B-A784-61BDE34F1449}"/>
                </a:ext>
              </a:extLst>
            </p:cNvPr>
            <p:cNvSpPr/>
            <p:nvPr/>
          </p:nvSpPr>
          <p:spPr>
            <a:xfrm>
              <a:off x="502920" y="4356961"/>
              <a:ext cx="347472" cy="347472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rgbClr val="246BFE"/>
              </a:solidFill>
              <a:prstDash val="solid"/>
            </a:ln>
          </p:spPr>
        </p:sp>
        <p:sp>
          <p:nvSpPr>
            <p:cNvPr id="64" name="Text 26">
              <a:extLst>
                <a:ext uri="{FF2B5EF4-FFF2-40B4-BE49-F238E27FC236}">
                  <a16:creationId xmlns:a16="http://schemas.microsoft.com/office/drawing/2014/main" id="{5AEFCE63-9F7B-AED0-AF39-C74A30499879}"/>
                </a:ext>
              </a:extLst>
            </p:cNvPr>
            <p:cNvSpPr/>
            <p:nvPr/>
          </p:nvSpPr>
          <p:spPr>
            <a:xfrm>
              <a:off x="502920" y="4448401"/>
              <a:ext cx="347472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7030A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6</a:t>
              </a:r>
              <a:endParaRPr lang="en-US" sz="1400" dirty="0">
                <a:solidFill>
                  <a:srgbClr val="7030A0"/>
                </a:solidFill>
              </a:endParaRPr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91A01790-A025-9FDD-259D-E01BA0FA4DDB}"/>
              </a:ext>
            </a:extLst>
          </p:cNvPr>
          <p:cNvGrpSpPr/>
          <p:nvPr/>
        </p:nvGrpSpPr>
        <p:grpSpPr>
          <a:xfrm>
            <a:off x="5499044" y="6425953"/>
            <a:ext cx="347472" cy="347472"/>
            <a:chOff x="502920" y="4826711"/>
            <a:chExt cx="347472" cy="347472"/>
          </a:xfrm>
        </p:grpSpPr>
        <p:sp>
          <p:nvSpPr>
            <p:cNvPr id="66" name="Shape 29">
              <a:extLst>
                <a:ext uri="{FF2B5EF4-FFF2-40B4-BE49-F238E27FC236}">
                  <a16:creationId xmlns:a16="http://schemas.microsoft.com/office/drawing/2014/main" id="{3FB928CC-A3EE-83A7-8819-16399ADDB5EF}"/>
                </a:ext>
              </a:extLst>
            </p:cNvPr>
            <p:cNvSpPr/>
            <p:nvPr/>
          </p:nvSpPr>
          <p:spPr>
            <a:xfrm>
              <a:off x="502920" y="4826711"/>
              <a:ext cx="347472" cy="347472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rgbClr val="246BFE"/>
              </a:solidFill>
              <a:prstDash val="solid"/>
            </a:ln>
          </p:spPr>
        </p:sp>
        <p:sp>
          <p:nvSpPr>
            <p:cNvPr id="67" name="Text 30">
              <a:extLst>
                <a:ext uri="{FF2B5EF4-FFF2-40B4-BE49-F238E27FC236}">
                  <a16:creationId xmlns:a16="http://schemas.microsoft.com/office/drawing/2014/main" id="{A514BFE5-B45B-9292-E60D-CF7B6369BE92}"/>
                </a:ext>
              </a:extLst>
            </p:cNvPr>
            <p:cNvSpPr/>
            <p:nvPr/>
          </p:nvSpPr>
          <p:spPr>
            <a:xfrm>
              <a:off x="502920" y="4918151"/>
              <a:ext cx="347472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7030A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7</a:t>
              </a:r>
              <a:endParaRPr lang="en-US" sz="1400" dirty="0">
                <a:solidFill>
                  <a:srgbClr val="7030A0"/>
                </a:solidFill>
              </a:endParaRPr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4E94C40B-6AB5-59C9-08B3-3912DCC97871}"/>
              </a:ext>
            </a:extLst>
          </p:cNvPr>
          <p:cNvGrpSpPr/>
          <p:nvPr/>
        </p:nvGrpSpPr>
        <p:grpSpPr>
          <a:xfrm>
            <a:off x="2633090" y="6435429"/>
            <a:ext cx="347472" cy="347472"/>
            <a:chOff x="502920" y="2506702"/>
            <a:chExt cx="347472" cy="347472"/>
          </a:xfrm>
        </p:grpSpPr>
        <p:sp>
          <p:nvSpPr>
            <p:cNvPr id="69" name="Shape 5">
              <a:extLst>
                <a:ext uri="{FF2B5EF4-FFF2-40B4-BE49-F238E27FC236}">
                  <a16:creationId xmlns:a16="http://schemas.microsoft.com/office/drawing/2014/main" id="{292CAEBE-8CA9-B5FD-7580-75CCA2C0E819}"/>
                </a:ext>
              </a:extLst>
            </p:cNvPr>
            <p:cNvSpPr/>
            <p:nvPr/>
          </p:nvSpPr>
          <p:spPr>
            <a:xfrm>
              <a:off x="502920" y="2506702"/>
              <a:ext cx="347472" cy="347472"/>
            </a:xfrm>
            <a:prstGeom prst="ellipse">
              <a:avLst/>
            </a:prstGeom>
            <a:solidFill>
              <a:srgbClr val="246BFE"/>
            </a:solidFill>
            <a:ln w="12700">
              <a:solidFill>
                <a:srgbClr val="246BFE"/>
              </a:solidFill>
              <a:prstDash val="solid"/>
            </a:ln>
          </p:spPr>
        </p:sp>
        <p:sp>
          <p:nvSpPr>
            <p:cNvPr id="70" name="Text 6">
              <a:extLst>
                <a:ext uri="{FF2B5EF4-FFF2-40B4-BE49-F238E27FC236}">
                  <a16:creationId xmlns:a16="http://schemas.microsoft.com/office/drawing/2014/main" id="{371E91AF-B03E-24C7-2219-16D477EB2489}"/>
                </a:ext>
              </a:extLst>
            </p:cNvPr>
            <p:cNvSpPr/>
            <p:nvPr/>
          </p:nvSpPr>
          <p:spPr>
            <a:xfrm>
              <a:off x="502920" y="2611858"/>
              <a:ext cx="347472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2</a:t>
              </a:r>
              <a:endParaRPr lang="en-US" sz="1400" dirty="0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조작 설계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1234440" cy="738051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737360" y="1051560"/>
            <a:ext cx="2057400" cy="738051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기능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794760" y="1051560"/>
            <a:ext cx="3246120" cy="738051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의도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02920" y="1789611"/>
            <a:ext cx="123444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Trigger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737360" y="1789611"/>
            <a:ext cx="205740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· 판정 확정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94760" y="1789611"/>
            <a:ext cx="324612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</a:p>
          <a:p>
            <a:pPr marL="0" indent="0">
              <a:buNone/>
            </a:pPr>
            <a:r>
              <a:rPr lang="ko-KR" alt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카드</a:t>
            </a:r>
            <a:r>
              <a:rPr lang="en-US" altLang="ko-KR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 등을 선택</a:t>
            </a:r>
            <a:r>
              <a:rPr lang="en-US" sz="15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</a:t>
            </a:r>
            <a: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b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ko-KR" alt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태블릿의 문서에 체크</a:t>
            </a:r>
            <a:r>
              <a:rPr lang="en-US" altLang="ko-KR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서명한다</a:t>
            </a:r>
            <a: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ko-KR" alt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b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" y="2511334"/>
            <a:ext cx="123444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737360" y="2511334"/>
            <a:ext cx="205740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잡기 · 놓기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94760" y="2511334"/>
            <a:ext cx="324612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보호구를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눈앞으로 가져와 확인한다.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3249385"/>
            <a:ext cx="123444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손목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회전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737360" y="3249385"/>
            <a:ext cx="205740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상태 확인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94760" y="3249385"/>
            <a:ext cx="324612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손상과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연결부를 여러 각도에서 본다.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" y="3955596"/>
            <a:ext cx="123444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737360" y="3955596"/>
            <a:ext cx="205740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컨트롤러 교육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794760" y="3955596"/>
            <a:ext cx="324612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컨트롤러에 익숙하지 않은 사용자를</a:t>
            </a:r>
            <a:b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위한 자세한 음성 지원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키보드에서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" y="4693648"/>
            <a:ext cx="123444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/>
              <a:t>Joystick</a:t>
            </a:r>
          </a:p>
        </p:txBody>
      </p:sp>
      <p:sp>
        <p:nvSpPr>
          <p:cNvPr id="26" name="Text 24"/>
          <p:cNvSpPr/>
          <p:nvPr/>
        </p:nvSpPr>
        <p:spPr>
          <a:xfrm>
            <a:off x="1737360" y="4693648"/>
            <a:ext cx="205740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텔레포트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 이동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,</a:t>
            </a:r>
            <a:b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</a:b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컨트롤러 가이드 미니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794760" y="4693648"/>
            <a:ext cx="324612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밀고 놓기로 위치 </a:t>
            </a:r>
            <a:r>
              <a:rPr lang="ko-KR" alt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마커로이동</a:t>
            </a:r>
            <a:b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클릭으로 수행 중 컨트롤러 이미지 확인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94360" y="6583680"/>
            <a:ext cx="6355080" cy="1593624"/>
          </a:xfrm>
          <a:prstGeom prst="roundRect">
            <a:avLst>
              <a:gd name="adj" fmla="val 5926"/>
            </a:avLst>
          </a:prstGeom>
          <a:solidFill>
            <a:srgbClr val="E8F1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5528" y="674827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조작 설계 기준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95528" y="7114032"/>
            <a:ext cx="5952744" cy="105678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버튼을 외우는 데 시간을 쓰지 않도록 입력을 최소화한다. 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잘못된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입력이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들어올 경우를  대비해 컨트롤러 가이드를 항시 확인할 수 있게 한다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 유저 시나리오 개요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6355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1615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 목표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5528" y="1581912"/>
            <a:ext cx="5952744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사용하는 학습자도 안내를 따라 PPE를 점검하고, 올바른 보호구를 착용한 뒤, 최종 확인과 미니 퀴즈까지 완료하도록 설계한다.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2514600"/>
            <a:ext cx="1234440" cy="459377"/>
          </a:xfrm>
          <a:prstGeom prst="rect">
            <a:avLst/>
          </a:prstGeom>
          <a:solidFill>
            <a:schemeClr val="accent3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737360" y="2514600"/>
            <a:ext cx="1417320" cy="459377"/>
          </a:xfrm>
          <a:prstGeom prst="rect">
            <a:avLst/>
          </a:prstGeom>
          <a:solidFill>
            <a:schemeClr val="accent3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154680" y="2514600"/>
            <a:ext cx="3886200" cy="459377"/>
          </a:xfrm>
          <a:prstGeom prst="rect">
            <a:avLst/>
          </a:prstGeom>
          <a:solidFill>
            <a:schemeClr val="accent3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행동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603885" y="8113559"/>
            <a:ext cx="6355080" cy="1311511"/>
          </a:xfrm>
          <a:prstGeom prst="roundRect">
            <a:avLst>
              <a:gd name="adj" fmla="val 7619"/>
            </a:avLst>
          </a:prstGeom>
          <a:solidFill>
            <a:srgbClr val="EAF7F0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5053" y="827815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완주 조건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05053" y="8643911"/>
            <a:ext cx="5952744" cy="781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정보 확인 → PPE 점검/판정 → 착용 → 최종 확인 → 미니 퀴즈 결과 화면까지 끊김 없이 도달한다.</a:t>
            </a:r>
            <a:endParaRPr lang="en-US" sz="14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F4B38362-FC0C-9257-E96A-8D87C04ABF36}"/>
              </a:ext>
            </a:extLst>
          </p:cNvPr>
          <p:cNvGrpSpPr/>
          <p:nvPr/>
        </p:nvGrpSpPr>
        <p:grpSpPr>
          <a:xfrm>
            <a:off x="521970" y="2957648"/>
            <a:ext cx="6537960" cy="4813663"/>
            <a:chOff x="521970" y="2957648"/>
            <a:chExt cx="6537960" cy="4813663"/>
          </a:xfrm>
        </p:grpSpPr>
        <p:sp>
          <p:nvSpPr>
            <p:cNvPr id="13" name="Text 11"/>
            <p:cNvSpPr/>
            <p:nvPr/>
          </p:nvSpPr>
          <p:spPr>
            <a:xfrm>
              <a:off x="521970" y="2957648"/>
              <a:ext cx="1234440" cy="45937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0:00~1:35</a:t>
              </a:r>
              <a:endParaRPr lang="en-US" sz="14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1737360" y="2957648"/>
              <a:ext cx="1417320" cy="45937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기본 안내</a:t>
              </a:r>
              <a:endParaRPr lang="en-US" sz="14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3154680" y="2957648"/>
              <a:ext cx="3886200" cy="45937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 PPE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룸 도착</a:t>
              </a: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, 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이름입력</a:t>
              </a: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, 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컨트롤러 가이드 청취</a:t>
              </a: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.</a:t>
              </a:r>
              <a:endParaRPr lang="en-US" sz="14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521970" y="3400696"/>
              <a:ext cx="1234440" cy="45937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01:35~1:50</a:t>
              </a:r>
              <a:endParaRPr lang="en-US" sz="14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1737360" y="3400696"/>
              <a:ext cx="1417320" cy="45937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이동</a:t>
              </a:r>
              <a:endParaRPr lang="en-US" sz="14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3154680" y="3400696"/>
              <a:ext cx="3886200" cy="45937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 </a:t>
              </a:r>
              <a:r>
                <a:rPr lang="en-US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진열대</a:t>
              </a: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마커 선택과 위치 이동</a:t>
              </a:r>
              <a:endParaRPr lang="en-US" sz="14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521970" y="3816096"/>
              <a:ext cx="1234440" cy="628759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1:50~2:20</a:t>
              </a:r>
              <a:endParaRPr lang="en-US" sz="14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1737360" y="3816096"/>
              <a:ext cx="1417320" cy="628759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작업확인</a:t>
              </a:r>
              <a:b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</a:b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첫 PPE 점검</a:t>
              </a:r>
              <a:endParaRPr lang="en-US" sz="14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3154680" y="3816096"/>
              <a:ext cx="3886200" cy="628759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 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태블릿 확인 및 체크</a:t>
              </a: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, 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서명</a:t>
              </a:r>
              <a:b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</a:b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 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방호복</a:t>
              </a: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Grab, 회전, 정상/</a:t>
              </a:r>
              <a:r>
                <a:rPr lang="en-US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결함</a:t>
              </a: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en-US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판정</a:t>
              </a:r>
              <a:endParaRPr lang="en-US" sz="14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521970" y="7311934"/>
              <a:ext cx="1215390" cy="45937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4:00~4:20</a:t>
              </a:r>
              <a:endParaRPr lang="en-US" sz="14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1737360" y="7311934"/>
              <a:ext cx="1417320" cy="45937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미니 퀴즈</a:t>
              </a:r>
              <a:endParaRPr lang="en-US" sz="14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3154680" y="7311934"/>
              <a:ext cx="3905250" cy="45937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 3문항 응답, </a:t>
              </a:r>
              <a:r>
                <a:rPr lang="en-US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결과</a:t>
              </a: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en-US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요약</a:t>
              </a: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(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테스트모드</a:t>
              </a: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)</a:t>
              </a: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, </a:t>
              </a:r>
              <a:r>
                <a:rPr lang="en-US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복귀</a:t>
              </a:r>
              <a:endParaRPr lang="en-US" sz="1400" dirty="0"/>
            </a:p>
          </p:txBody>
        </p:sp>
        <p:sp>
          <p:nvSpPr>
            <p:cNvPr id="5" name="Text 8"/>
            <p:cNvSpPr/>
            <p:nvPr/>
          </p:nvSpPr>
          <p:spPr>
            <a:xfrm>
              <a:off x="521970" y="4431356"/>
              <a:ext cx="1215390" cy="723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2:30~3:00</a:t>
              </a:r>
              <a:endParaRPr lang="en-US" sz="1400" dirty="0"/>
            </a:p>
          </p:txBody>
        </p:sp>
        <p:sp>
          <p:nvSpPr>
            <p:cNvPr id="35" name="Text 9"/>
            <p:cNvSpPr/>
            <p:nvPr/>
          </p:nvSpPr>
          <p:spPr>
            <a:xfrm>
              <a:off x="1737360" y="4431356"/>
              <a:ext cx="1417320" cy="723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방호복</a:t>
              </a:r>
              <a:b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</a:b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확인</a:t>
              </a: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, 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착용</a:t>
              </a:r>
              <a:endParaRPr lang="en-US" sz="1400" dirty="0"/>
            </a:p>
          </p:txBody>
        </p:sp>
        <p:sp>
          <p:nvSpPr>
            <p:cNvPr id="36" name="Text 10"/>
            <p:cNvSpPr/>
            <p:nvPr/>
          </p:nvSpPr>
          <p:spPr>
            <a:xfrm>
              <a:off x="3154680" y="4431356"/>
              <a:ext cx="3905250" cy="723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 각 </a:t>
              </a:r>
              <a:r>
                <a:rPr lang="en-US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PPE의</a:t>
              </a: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en-US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손상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여부 확인</a:t>
              </a: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, 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폐기 및 사용</a:t>
              </a: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을 </a:t>
              </a:r>
              <a:r>
                <a:rPr lang="en-US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순서</a:t>
              </a: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 </a:t>
              </a:r>
            </a:p>
            <a:p>
              <a:pPr marL="0" indent="0">
                <a:buNone/>
              </a:pP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 </a:t>
              </a:r>
              <a:r>
                <a:rPr lang="en-US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대로</a:t>
              </a: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수행</a:t>
              </a: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. 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정상 </a:t>
              </a: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PPE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교육 멘트를 들으며 진행</a:t>
              </a: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.</a:t>
              </a:r>
              <a:endParaRPr lang="en-US" sz="1400" dirty="0"/>
            </a:p>
          </p:txBody>
        </p:sp>
        <p:sp>
          <p:nvSpPr>
            <p:cNvPr id="37" name="Text 11"/>
            <p:cNvSpPr/>
            <p:nvPr/>
          </p:nvSpPr>
          <p:spPr>
            <a:xfrm>
              <a:off x="521970" y="5155256"/>
              <a:ext cx="1215390" cy="723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3:00~3:10</a:t>
              </a:r>
              <a:endParaRPr lang="en-US" sz="1400" dirty="0"/>
            </a:p>
          </p:txBody>
        </p:sp>
        <p:sp>
          <p:nvSpPr>
            <p:cNvPr id="38" name="Text 12"/>
            <p:cNvSpPr/>
            <p:nvPr/>
          </p:nvSpPr>
          <p:spPr>
            <a:xfrm>
              <a:off x="1737360" y="5155256"/>
              <a:ext cx="1417320" cy="723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</a:rPr>
                <a:t>진열대 이동</a:t>
              </a:r>
              <a:endParaRPr lang="en-US" sz="1400" dirty="0"/>
            </a:p>
          </p:txBody>
        </p:sp>
        <p:sp>
          <p:nvSpPr>
            <p:cNvPr id="39" name="Text 13"/>
            <p:cNvSpPr/>
            <p:nvPr/>
          </p:nvSpPr>
          <p:spPr>
            <a:xfrm>
              <a:off x="3154680" y="5155256"/>
              <a:ext cx="3905250" cy="723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.  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우측 가로형 진열대 앞 </a:t>
              </a:r>
              <a:r>
                <a:rPr lang="ko-KR" altLang="en-US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텔레포트로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이동</a:t>
              </a:r>
              <a:endParaRPr lang="en-US" sz="1400" dirty="0"/>
            </a:p>
          </p:txBody>
        </p:sp>
        <p:sp>
          <p:nvSpPr>
            <p:cNvPr id="40" name="Text 14"/>
            <p:cNvSpPr/>
            <p:nvPr/>
          </p:nvSpPr>
          <p:spPr>
            <a:xfrm>
              <a:off x="521970" y="5879156"/>
              <a:ext cx="1215390" cy="723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3:10~3:50</a:t>
              </a:r>
              <a:endParaRPr lang="en-US" sz="1400" dirty="0"/>
            </a:p>
          </p:txBody>
        </p:sp>
        <p:sp>
          <p:nvSpPr>
            <p:cNvPr id="41" name="Text 15"/>
            <p:cNvSpPr/>
            <p:nvPr/>
          </p:nvSpPr>
          <p:spPr>
            <a:xfrm>
              <a:off x="1737360" y="5879156"/>
              <a:ext cx="1417320" cy="723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algn="ctr"/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나머지</a:t>
              </a:r>
              <a:b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</a:b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PPE</a:t>
              </a:r>
              <a:endParaRPr lang="en-US" sz="1400" dirty="0"/>
            </a:p>
          </p:txBody>
        </p:sp>
        <p:sp>
          <p:nvSpPr>
            <p:cNvPr id="42" name="Text 16"/>
            <p:cNvSpPr/>
            <p:nvPr/>
          </p:nvSpPr>
          <p:spPr>
            <a:xfrm>
              <a:off x="3154680" y="5879156"/>
              <a:ext cx="3905250" cy="723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각 </a:t>
              </a:r>
              <a:r>
                <a:rPr lang="en-US" altLang="ko-KR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PPE의</a:t>
              </a: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en-US" altLang="ko-KR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손상</a:t>
              </a: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, </a:t>
              </a:r>
              <a:r>
                <a:rPr lang="en-US" altLang="ko-KR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연결부</a:t>
              </a: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, </a:t>
              </a:r>
              <a:r>
                <a:rPr lang="en-US" altLang="ko-KR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착용</a:t>
              </a: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en-US" altLang="ko-KR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방향을</a:t>
              </a: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en-US" altLang="ko-KR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순서대로</a:t>
              </a: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b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</a:b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 </a:t>
              </a:r>
              <a:r>
                <a:rPr lang="en-US" altLang="ko-KR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확인한다</a:t>
              </a: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. 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정상 </a:t>
              </a: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PPE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교육 멘트를 들으며 진행</a:t>
              </a: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.</a:t>
              </a:r>
              <a:endParaRPr lang="en-US" sz="1400" dirty="0"/>
            </a:p>
          </p:txBody>
        </p:sp>
        <p:sp>
          <p:nvSpPr>
            <p:cNvPr id="43" name="Text 17"/>
            <p:cNvSpPr/>
            <p:nvPr/>
          </p:nvSpPr>
          <p:spPr>
            <a:xfrm>
              <a:off x="521970" y="6603056"/>
              <a:ext cx="1215390" cy="723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3:50~4:00</a:t>
              </a:r>
              <a:endParaRPr lang="en-US" sz="1400" dirty="0"/>
            </a:p>
          </p:txBody>
        </p:sp>
        <p:sp>
          <p:nvSpPr>
            <p:cNvPr id="44" name="Text 18"/>
            <p:cNvSpPr/>
            <p:nvPr/>
          </p:nvSpPr>
          <p:spPr>
            <a:xfrm>
              <a:off x="1737360" y="6603056"/>
              <a:ext cx="1417320" cy="723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거울이동</a:t>
              </a:r>
              <a:b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</a:b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복장확인</a:t>
              </a:r>
              <a:endParaRPr lang="en-US" sz="1400" dirty="0"/>
            </a:p>
          </p:txBody>
        </p:sp>
        <p:sp>
          <p:nvSpPr>
            <p:cNvPr id="45" name="Text 19"/>
            <p:cNvSpPr/>
            <p:nvPr/>
          </p:nvSpPr>
          <p:spPr>
            <a:xfrm>
              <a:off x="3154680" y="6603056"/>
              <a:ext cx="3905250" cy="723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 </a:t>
              </a:r>
              <a:r>
                <a:rPr lang="en-US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전체</a:t>
              </a: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PPE 착용 </a:t>
              </a:r>
              <a:r>
                <a:rPr lang="en-US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상태를</a:t>
              </a: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거울</a:t>
              </a: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로 5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초간 확인</a:t>
              </a:r>
              <a:r>
                <a:rPr lang="en-US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한다</a:t>
              </a: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.</a:t>
              </a:r>
              <a:endParaRPr lang="en-US" sz="1400" dirty="0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 시나리오 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02412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0:00 · PPE 룸 전환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49808" y="1408176"/>
            <a:ext cx="6263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사용자에게 현재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공간이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확인과 </a:t>
            </a:r>
            <a:r>
              <a:rPr lang="en-US" altLang="ko-KR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보호구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착용을 하는 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룸임을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b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알린다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49808" y="2052828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등록을 위한 이름 입력을 받는다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49808" y="2400300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진행을 위한 컨트롤러와 조작 설명을 제공한다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94360" y="2970955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1:35 · </a:t>
            </a:r>
            <a:r>
              <a:rPr lang="en-US" sz="1800" b="1" dirty="0" err="1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진열대</a:t>
            </a: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 </a:t>
            </a:r>
            <a:r>
              <a:rPr lang="en-US" sz="1800" b="1" dirty="0" err="1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마커</a:t>
            </a: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선</a:t>
            </a:r>
            <a:r>
              <a:rPr lang="ko-KR" altLang="en-US" sz="1800" b="1" dirty="0" err="1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택</a:t>
            </a:r>
            <a:r>
              <a:rPr lang="en-US" altLang="ko-KR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49808" y="3355003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진열대 위치 마커를 선택해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이동한다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.(</a:t>
            </a:r>
            <a:r>
              <a:rPr lang="ko-KR" alt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텔레포트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49808" y="3702475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태블릿 작업확인을 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확인한다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49808" y="4049947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태블릿의 문서를 확인후 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Trigger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체크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사인표시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94360" y="625457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:20 · </a:t>
            </a:r>
            <a:r>
              <a:rPr lang="ko-KR" alt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방호복</a:t>
            </a: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Grip · 눈앞으로 이동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49808" y="7026983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Grip으로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방호복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잡는다.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49808" y="7374455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방호복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눈앞 확인 위치로 가져온다.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49808" y="6693490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손목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회전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점검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TTS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시작한다.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  <p:sp>
        <p:nvSpPr>
          <p:cNvPr id="14" name="Text 5"/>
          <p:cNvSpPr/>
          <p:nvPr/>
        </p:nvSpPr>
        <p:spPr>
          <a:xfrm>
            <a:off x="594360" y="7976113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</a:t>
            </a:r>
            <a:r>
              <a:rPr 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· 양손 회전 · </a:t>
            </a:r>
            <a:r>
              <a:rPr lang="en-US" sz="1800" b="1" dirty="0" err="1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결함</a:t>
            </a: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점검</a:t>
            </a:r>
            <a:endParaRPr lang="en-US" sz="1800" dirty="0"/>
          </a:p>
        </p:txBody>
      </p:sp>
      <p:sp>
        <p:nvSpPr>
          <p:cNvPr id="46" name="Text 6"/>
          <p:cNvSpPr/>
          <p:nvPr/>
        </p:nvSpPr>
        <p:spPr>
          <a:xfrm>
            <a:off x="749808" y="8360161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방호복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회전시키며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외관을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확인한다.</a:t>
            </a:r>
            <a:endParaRPr lang="en-US" sz="1450" dirty="0"/>
          </a:p>
        </p:txBody>
      </p:sp>
      <p:sp>
        <p:nvSpPr>
          <p:cNvPr id="47" name="Text 7"/>
          <p:cNvSpPr/>
          <p:nvPr/>
        </p:nvSpPr>
        <p:spPr>
          <a:xfrm>
            <a:off x="749808" y="8707633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데모에선 외피 오염으로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표시한다.</a:t>
            </a:r>
            <a:endParaRPr lang="en-US" sz="1450" dirty="0"/>
          </a:p>
        </p:txBody>
      </p:sp>
      <p:sp>
        <p:nvSpPr>
          <p:cNvPr id="76" name="Text 9"/>
          <p:cNvSpPr/>
          <p:nvPr/>
        </p:nvSpPr>
        <p:spPr>
          <a:xfrm>
            <a:off x="594360" y="459412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1:50 · </a:t>
            </a:r>
            <a:r>
              <a:rPr lang="ko-KR" alt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작업내용과 그에 필요한 </a:t>
            </a: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</a:t>
            </a:r>
            <a:r>
              <a:rPr 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 확인</a:t>
            </a:r>
            <a:endParaRPr lang="en-US" sz="1800" dirty="0"/>
          </a:p>
        </p:txBody>
      </p:sp>
      <p:sp>
        <p:nvSpPr>
          <p:cNvPr id="77" name="Text 10"/>
          <p:cNvSpPr/>
          <p:nvPr/>
        </p:nvSpPr>
        <p:spPr>
          <a:xfrm>
            <a:off x="749808" y="4978172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작업 정보 카드에서 대상 물질과 위험 키워드를 확인한다.</a:t>
            </a:r>
            <a:endParaRPr lang="en-US" sz="1450" dirty="0"/>
          </a:p>
        </p:txBody>
      </p:sp>
      <p:sp>
        <p:nvSpPr>
          <p:cNvPr id="78" name="Text 11"/>
          <p:cNvSpPr/>
          <p:nvPr/>
        </p:nvSpPr>
        <p:spPr>
          <a:xfrm>
            <a:off x="749808" y="5325644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요구 PPE 6종 목록을 차례로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보여준다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.(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테이프 미포함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450" dirty="0"/>
          </a:p>
        </p:txBody>
      </p:sp>
      <p:sp>
        <p:nvSpPr>
          <p:cNvPr id="79" name="Text 11">
            <a:extLst>
              <a:ext uri="{FF2B5EF4-FFF2-40B4-BE49-F238E27FC236}">
                <a16:creationId xmlns:a16="http://schemas.microsoft.com/office/drawing/2014/main" id="{790868E7-2F3C-9A3B-16A8-482BE4A929C4}"/>
              </a:ext>
            </a:extLst>
          </p:cNvPr>
          <p:cNvSpPr/>
          <p:nvPr/>
        </p:nvSpPr>
        <p:spPr>
          <a:xfrm>
            <a:off x="749808" y="5694833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후 체크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서명을 진행한다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 시나리오 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475488"/>
            <a:ext cx="6263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회전 점검 · 정상/결함 판정 · 오류 복구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102412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:35 · 정상/결함 판정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49808" y="1408176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Trigger로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버튼을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확정한다.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49808" y="1755648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결함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PPE 폐기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또는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처리한다.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49808" y="2103120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판정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결과는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버튼에 아이콘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색상과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TTS로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피드백한다.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94360" y="259689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:45 · 오류 이유 확인 후 재</a:t>
            </a:r>
            <a:r>
              <a:rPr lang="ko-KR" alt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49808" y="2980944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오답 시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오답 힌트와 재확인 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재생한다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49808" y="3328416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후 버튼 재선택을 한다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49808" y="3675888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폐기시 원래 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자리에 새 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생성되어 재확인 유도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94360" y="416966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:55 · </a:t>
            </a:r>
            <a:r>
              <a:rPr lang="en-US" sz="1800" b="1" dirty="0" err="1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</a:t>
            </a: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방호복 </a:t>
            </a:r>
            <a:r>
              <a:rPr lang="en-US" sz="1800" b="1" dirty="0" err="1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착용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49808" y="4553712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방호복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선택하면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몸에 붙는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착용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핸드모델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연출로 전환한다.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49808" y="4901184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좌우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쌍이 있는 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경우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각각 상태를 기록한다.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  <p:sp>
        <p:nvSpPr>
          <p:cNvPr id="60" name="Text 17">
            <a:extLst>
              <a:ext uri="{FF2B5EF4-FFF2-40B4-BE49-F238E27FC236}">
                <a16:creationId xmlns:a16="http://schemas.microsoft.com/office/drawing/2014/main" id="{0230C954-D4FF-EF3C-4AAA-DDEE6DC154AB}"/>
              </a:ext>
            </a:extLst>
          </p:cNvPr>
          <p:cNvSpPr/>
          <p:nvPr/>
        </p:nvSpPr>
        <p:spPr>
          <a:xfrm>
            <a:off x="594360" y="5549101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3:00 · </a:t>
            </a:r>
            <a:r>
              <a:rPr lang="ko-KR" alt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가로형 진열장 </a:t>
            </a:r>
            <a:r>
              <a:rPr lang="ko-KR" altLang="en-US" b="1" dirty="0" err="1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텔레포트</a:t>
            </a:r>
            <a:r>
              <a:rPr lang="ko-KR" alt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이동</a:t>
            </a:r>
            <a:endParaRPr lang="en-US" sz="1800" dirty="0"/>
          </a:p>
        </p:txBody>
      </p:sp>
      <p:sp>
        <p:nvSpPr>
          <p:cNvPr id="61" name="Text 18">
            <a:extLst>
              <a:ext uri="{FF2B5EF4-FFF2-40B4-BE49-F238E27FC236}">
                <a16:creationId xmlns:a16="http://schemas.microsoft.com/office/drawing/2014/main" id="{DBAE2912-1F53-5A49-55CA-122FE1DE2C69}"/>
              </a:ext>
            </a:extLst>
          </p:cNvPr>
          <p:cNvSpPr/>
          <p:nvPr/>
        </p:nvSpPr>
        <p:spPr>
          <a:xfrm>
            <a:off x="749808" y="5933149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순서별로 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착용을 안내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50" dirty="0"/>
          </a:p>
        </p:txBody>
      </p:sp>
      <p:sp>
        <p:nvSpPr>
          <p:cNvPr id="62" name="Text 19">
            <a:extLst>
              <a:ext uri="{FF2B5EF4-FFF2-40B4-BE49-F238E27FC236}">
                <a16:creationId xmlns:a16="http://schemas.microsoft.com/office/drawing/2014/main" id="{DCAC882F-4D5E-6F91-A1F4-973617DC6BD5}"/>
              </a:ext>
            </a:extLst>
          </p:cNvPr>
          <p:cNvSpPr/>
          <p:nvPr/>
        </p:nvSpPr>
        <p:spPr>
          <a:xfrm>
            <a:off x="749808" y="6280621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좌우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쌍이 있는 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경우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각각 상태를 기록한다.</a:t>
            </a:r>
            <a:endParaRPr lang="en-US" sz="1450" dirty="0"/>
          </a:p>
        </p:txBody>
      </p:sp>
      <p:sp>
        <p:nvSpPr>
          <p:cNvPr id="63" name="Text 17">
            <a:extLst>
              <a:ext uri="{FF2B5EF4-FFF2-40B4-BE49-F238E27FC236}">
                <a16:creationId xmlns:a16="http://schemas.microsoft.com/office/drawing/2014/main" id="{6E098B0D-E0A4-7B21-C86D-F08198D916C6}"/>
              </a:ext>
            </a:extLst>
          </p:cNvPr>
          <p:cNvSpPr/>
          <p:nvPr/>
        </p:nvSpPr>
        <p:spPr>
          <a:xfrm>
            <a:off x="594360" y="687193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3:10 · </a:t>
            </a:r>
            <a:r>
              <a:rPr lang="ko-KR" alt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</a:t>
            </a:r>
            <a:r>
              <a:rPr lang="en-US" altLang="ko-KR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</a:t>
            </a:r>
            <a:r>
              <a:rPr lang="ko-KR" alt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판별</a:t>
            </a:r>
            <a:r>
              <a:rPr lang="en-US" altLang="ko-KR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착용</a:t>
            </a:r>
            <a:r>
              <a:rPr lang="en-US" altLang="ko-KR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폐기 반복</a:t>
            </a:r>
            <a:endParaRPr lang="en-US" sz="1800" dirty="0"/>
          </a:p>
        </p:txBody>
      </p:sp>
      <p:sp>
        <p:nvSpPr>
          <p:cNvPr id="64" name="Text 18">
            <a:extLst>
              <a:ext uri="{FF2B5EF4-FFF2-40B4-BE49-F238E27FC236}">
                <a16:creationId xmlns:a16="http://schemas.microsoft.com/office/drawing/2014/main" id="{C1EB4B0B-EA77-5C88-E385-7734290AB629}"/>
              </a:ext>
            </a:extLst>
          </p:cNvPr>
          <p:cNvSpPr/>
          <p:nvPr/>
        </p:nvSpPr>
        <p:spPr>
          <a:xfrm>
            <a:off x="749808" y="7255982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방호복 없이 장갑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장화 착용 불가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50" dirty="0"/>
          </a:p>
        </p:txBody>
      </p:sp>
      <p:sp>
        <p:nvSpPr>
          <p:cNvPr id="65" name="Text 19">
            <a:extLst>
              <a:ext uri="{FF2B5EF4-FFF2-40B4-BE49-F238E27FC236}">
                <a16:creationId xmlns:a16="http://schemas.microsoft.com/office/drawing/2014/main" id="{1D872BB2-F955-B756-2947-C06F08F47E75}"/>
              </a:ext>
            </a:extLst>
          </p:cNvPr>
          <p:cNvSpPr/>
          <p:nvPr/>
        </p:nvSpPr>
        <p:spPr>
          <a:xfrm>
            <a:off x="749808" y="7603454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방호복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장갑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장화 없이 테이프 사용 불가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5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CDCADE9C-76ED-5F03-7399-7FD70A0EA620}"/>
              </a:ext>
            </a:extLst>
          </p:cNvPr>
          <p:cNvSpPr/>
          <p:nvPr/>
        </p:nvSpPr>
        <p:spPr>
          <a:xfrm>
            <a:off x="749808" y="7908545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방호복을 입고 장갑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장화를 </a:t>
            </a:r>
            <a:r>
              <a:rPr lang="ko-KR" alt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한짝이라도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착용시 테이프가 전체 착용처리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450" dirty="0"/>
          </a:p>
        </p:txBody>
      </p:sp>
      <p:sp>
        <p:nvSpPr>
          <p:cNvPr id="67" name="Text 17">
            <a:extLst>
              <a:ext uri="{FF2B5EF4-FFF2-40B4-BE49-F238E27FC236}">
                <a16:creationId xmlns:a16="http://schemas.microsoft.com/office/drawing/2014/main" id="{2B039A0E-71E0-E091-18E0-C57844CD7881}"/>
              </a:ext>
            </a:extLst>
          </p:cNvPr>
          <p:cNvSpPr/>
          <p:nvPr/>
        </p:nvSpPr>
        <p:spPr>
          <a:xfrm>
            <a:off x="594360" y="84394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</a:t>
            </a:r>
            <a:r>
              <a:rPr 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· </a:t>
            </a:r>
            <a:r>
              <a:rPr lang="ko-KR" alt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거울로 이동</a:t>
            </a:r>
            <a:endParaRPr lang="en-US" sz="1800" dirty="0"/>
          </a:p>
        </p:txBody>
      </p:sp>
      <p:sp>
        <p:nvSpPr>
          <p:cNvPr id="68" name="Text 18">
            <a:extLst>
              <a:ext uri="{FF2B5EF4-FFF2-40B4-BE49-F238E27FC236}">
                <a16:creationId xmlns:a16="http://schemas.microsoft.com/office/drawing/2014/main" id="{0BAA2141-89B5-8CCB-FBF8-3F17D3EEA138}"/>
              </a:ext>
            </a:extLst>
          </p:cNvPr>
          <p:cNvSpPr/>
          <p:nvPr/>
        </p:nvSpPr>
        <p:spPr>
          <a:xfrm>
            <a:off x="749808" y="8823524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착용시 거울 이동 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재생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미착용도 </a:t>
            </a:r>
            <a:r>
              <a:rPr lang="ko-KR" alt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거울앞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종료 판별은 가능</a:t>
            </a:r>
            <a:endParaRPr lang="en-US" sz="1450" dirty="0"/>
          </a:p>
        </p:txBody>
      </p:sp>
      <p:sp>
        <p:nvSpPr>
          <p:cNvPr id="69" name="Text 19">
            <a:extLst>
              <a:ext uri="{FF2B5EF4-FFF2-40B4-BE49-F238E27FC236}">
                <a16:creationId xmlns:a16="http://schemas.microsoft.com/office/drawing/2014/main" id="{3E174067-DA51-15CB-63D7-06C0C04ACE4F}"/>
              </a:ext>
            </a:extLst>
          </p:cNvPr>
          <p:cNvSpPr/>
          <p:nvPr/>
        </p:nvSpPr>
        <p:spPr>
          <a:xfrm>
            <a:off x="749808" y="9170996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도착시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복장 확인 안내 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함께 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 게이지 발동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매번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 시나리오 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94360" y="7696346"/>
            <a:ext cx="6355080" cy="1828800"/>
          </a:xfrm>
          <a:prstGeom prst="roundRect">
            <a:avLst>
              <a:gd name="adj" fmla="val 4000"/>
            </a:avLst>
          </a:prstGeom>
          <a:solidFill>
            <a:srgbClr val="E8F1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" y="7860938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확인의 목적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95528" y="8226698"/>
            <a:ext cx="5952744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모든 PPE가 착용되었는지 확인한다.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연결부와 틈이 남아 있지 않은지 확인한다.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학습자가 자기 상태를 직접 점검하는 경험을 만든다.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최종 확인이 끝나야 미니 퀴즈로 이동한다.</a:t>
            </a:r>
            <a:endParaRPr lang="en-US" sz="14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  <p:sp>
        <p:nvSpPr>
          <p:cNvPr id="29" name="Text 17">
            <a:extLst>
              <a:ext uri="{FF2B5EF4-FFF2-40B4-BE49-F238E27FC236}">
                <a16:creationId xmlns:a16="http://schemas.microsoft.com/office/drawing/2014/main" id="{2011A71E-E437-3164-6770-121563AE4C65}"/>
              </a:ext>
            </a:extLst>
          </p:cNvPr>
          <p:cNvSpPr/>
          <p:nvPr/>
        </p:nvSpPr>
        <p:spPr>
          <a:xfrm>
            <a:off x="594360" y="102703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4:00 · </a:t>
            </a:r>
            <a:r>
              <a:rPr lang="ko-KR" alt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종료 조건 만족</a:t>
            </a:r>
            <a:endParaRPr lang="en-US" sz="1800" dirty="0"/>
          </a:p>
        </p:txBody>
      </p:sp>
      <p:sp>
        <p:nvSpPr>
          <p:cNvPr id="30" name="Text 18">
            <a:extLst>
              <a:ext uri="{FF2B5EF4-FFF2-40B4-BE49-F238E27FC236}">
                <a16:creationId xmlns:a16="http://schemas.microsoft.com/office/drawing/2014/main" id="{054014C3-39BE-AF81-5F08-8771B8E98E33}"/>
              </a:ext>
            </a:extLst>
          </p:cNvPr>
          <p:cNvSpPr/>
          <p:nvPr/>
        </p:nvSpPr>
        <p:spPr>
          <a:xfrm>
            <a:off x="749808" y="1411078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PPE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착용 </a:t>
            </a:r>
            <a:r>
              <a:rPr lang="ko-KR" alt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완료과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퀴즈 안내 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재생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50" dirty="0"/>
          </a:p>
        </p:txBody>
      </p:sp>
      <p:sp>
        <p:nvSpPr>
          <p:cNvPr id="70" name="Text 19">
            <a:extLst>
              <a:ext uri="{FF2B5EF4-FFF2-40B4-BE49-F238E27FC236}">
                <a16:creationId xmlns:a16="http://schemas.microsoft.com/office/drawing/2014/main" id="{E78EFAB5-4B86-08CC-C97E-B16155CB0B10}"/>
              </a:ext>
            </a:extLst>
          </p:cNvPr>
          <p:cNvSpPr/>
          <p:nvPr/>
        </p:nvSpPr>
        <p:spPr>
          <a:xfrm>
            <a:off x="749808" y="1711523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미착용 또는 작업 확인 미처리시 복장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작업확인 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50" dirty="0"/>
          </a:p>
        </p:txBody>
      </p:sp>
      <p:sp>
        <p:nvSpPr>
          <p:cNvPr id="58" name="Text 17">
            <a:extLst>
              <a:ext uri="{FF2B5EF4-FFF2-40B4-BE49-F238E27FC236}">
                <a16:creationId xmlns:a16="http://schemas.microsoft.com/office/drawing/2014/main" id="{47C850F5-22AF-391E-A010-02137865F199}"/>
              </a:ext>
            </a:extLst>
          </p:cNvPr>
          <p:cNvSpPr/>
          <p:nvPr/>
        </p:nvSpPr>
        <p:spPr>
          <a:xfrm>
            <a:off x="594360" y="230428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4:10 · </a:t>
            </a:r>
            <a:r>
              <a:rPr lang="ko-KR" alt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</a:t>
            </a:r>
            <a:endParaRPr lang="en-US" sz="1800" dirty="0"/>
          </a:p>
        </p:txBody>
      </p:sp>
      <p:sp>
        <p:nvSpPr>
          <p:cNvPr id="59" name="Text 18">
            <a:extLst>
              <a:ext uri="{FF2B5EF4-FFF2-40B4-BE49-F238E27FC236}">
                <a16:creationId xmlns:a16="http://schemas.microsoft.com/office/drawing/2014/main" id="{625CB0AA-4737-4537-47A0-2FD67C146F3C}"/>
              </a:ext>
            </a:extLst>
          </p:cNvPr>
          <p:cNvSpPr/>
          <p:nvPr/>
        </p:nvSpPr>
        <p:spPr>
          <a:xfrm>
            <a:off x="749808" y="2934180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훈련 모드 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 정답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오답 설명 있음</a:t>
            </a:r>
            <a:endParaRPr lang="en-US" sz="1450" dirty="0"/>
          </a:p>
        </p:txBody>
      </p:sp>
      <p:sp>
        <p:nvSpPr>
          <p:cNvPr id="60" name="Text 19">
            <a:extLst>
              <a:ext uri="{FF2B5EF4-FFF2-40B4-BE49-F238E27FC236}">
                <a16:creationId xmlns:a16="http://schemas.microsoft.com/office/drawing/2014/main" id="{14B374EE-A4F9-19A3-AFC2-41B177974E22}"/>
              </a:ext>
            </a:extLst>
          </p:cNvPr>
          <p:cNvSpPr/>
          <p:nvPr/>
        </p:nvSpPr>
        <p:spPr>
          <a:xfrm>
            <a:off x="749808" y="3234625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모드 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피드백 없음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종료후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결과창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확인후 돌아가기 버튼으로 복귀 </a:t>
            </a:r>
            <a:endParaRPr lang="en-US" sz="1450" dirty="0"/>
          </a:p>
        </p:txBody>
      </p:sp>
      <p:sp>
        <p:nvSpPr>
          <p:cNvPr id="61" name="Text 17">
            <a:extLst>
              <a:ext uri="{FF2B5EF4-FFF2-40B4-BE49-F238E27FC236}">
                <a16:creationId xmlns:a16="http://schemas.microsoft.com/office/drawing/2014/main" id="{23878B8E-A23F-270F-22D2-81F6587BD4A9}"/>
              </a:ext>
            </a:extLst>
          </p:cNvPr>
          <p:cNvSpPr/>
          <p:nvPr/>
        </p:nvSpPr>
        <p:spPr>
          <a:xfrm>
            <a:off x="594360" y="3849887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4:</a:t>
            </a:r>
            <a:r>
              <a:rPr 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ko-KR" alt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복귀</a:t>
            </a:r>
            <a:endParaRPr lang="en-US" sz="1800" dirty="0"/>
          </a:p>
        </p:txBody>
      </p:sp>
      <p:sp>
        <p:nvSpPr>
          <p:cNvPr id="62" name="Text 18">
            <a:extLst>
              <a:ext uri="{FF2B5EF4-FFF2-40B4-BE49-F238E27FC236}">
                <a16:creationId xmlns:a16="http://schemas.microsoft.com/office/drawing/2014/main" id="{13CA85F3-3F4B-686D-7C01-18523EBC07BD}"/>
              </a:ext>
            </a:extLst>
          </p:cNvPr>
          <p:cNvSpPr/>
          <p:nvPr/>
        </p:nvSpPr>
        <p:spPr>
          <a:xfrm>
            <a:off x="749808" y="4233935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복귀하여 모드 선택 </a:t>
            </a:r>
            <a:r>
              <a:rPr lang="ko-KR" alt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모달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앞에 서있음</a:t>
            </a:r>
            <a:endParaRPr lang="en-US" sz="1450" dirty="0"/>
          </a:p>
        </p:txBody>
      </p:sp>
      <p:sp>
        <p:nvSpPr>
          <p:cNvPr id="64" name="Text 18">
            <a:extLst>
              <a:ext uri="{FF2B5EF4-FFF2-40B4-BE49-F238E27FC236}">
                <a16:creationId xmlns:a16="http://schemas.microsoft.com/office/drawing/2014/main" id="{CDF39B18-E7C2-9EB8-59BB-6F2FB4C1EA19}"/>
              </a:ext>
            </a:extLst>
          </p:cNvPr>
          <p:cNvSpPr/>
          <p:nvPr/>
        </p:nvSpPr>
        <p:spPr>
          <a:xfrm>
            <a:off x="749808" y="2648606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</a:t>
            </a:r>
            <a:r>
              <a:rPr lang="ko-KR" alt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그랩시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나온 교육용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TTS(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기반 문제 출시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훈련모드 설계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6355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1615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훈련모드의 역할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5528" y="1581912"/>
            <a:ext cx="5952744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교육모드에서 배운 PPE 절차를 사용자가 스스로 반복하게 하는 단계다. 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해설은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줄인다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2542032"/>
            <a:ext cx="1051560" cy="65151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554480" y="2542032"/>
            <a:ext cx="2834640" cy="65151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흐름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389120" y="2542032"/>
            <a:ext cx="2651760" cy="65151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02920" y="3193542"/>
            <a:ext cx="105156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0:00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54480" y="3193542"/>
            <a:ext cx="283464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완료 조건 확인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89120" y="3193542"/>
            <a:ext cx="265176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설명 대신 짧은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목표만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제시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3845052"/>
            <a:ext cx="105156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0:15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54480" y="3845052"/>
            <a:ext cx="283464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진열대로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TTS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89120" y="3845052"/>
            <a:ext cx="265176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미션 지시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제공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4496562"/>
            <a:ext cx="105156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0:30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54480" y="4496562"/>
            <a:ext cx="283464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PPE 점검 시작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389120" y="4496562"/>
            <a:ext cx="265176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오답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 짧은 경고와 재시도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" y="5148072"/>
            <a:ext cx="105156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1:10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54480" y="5148072"/>
            <a:ext cx="283464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나머지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PPE 자율 점검 · 착용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389120" y="5148072"/>
            <a:ext cx="265176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altLang="ko-KR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오답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 </a:t>
            </a:r>
            <a:r>
              <a:rPr lang="en-US" altLang="ko-KR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짧은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경고와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재시도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" y="5799582"/>
            <a:ext cx="105156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3:05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554480" y="5799582"/>
            <a:ext cx="283464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착용 확인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389120" y="5799582"/>
            <a:ext cx="265176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누락만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표시하고 해설은 줄임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" y="6451092"/>
            <a:ext cx="105156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3:20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554480" y="6451092"/>
            <a:ext cx="283464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미니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퀴즈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389120" y="6451092"/>
            <a:ext cx="265176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해설은 짧게 제공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02920" y="7102602"/>
            <a:ext cx="105156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3:35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554480" y="7102602"/>
            <a:ext cx="283464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  복귀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389120" y="7102602"/>
            <a:ext cx="265176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  시작 자리 </a:t>
            </a:r>
            <a:r>
              <a:rPr lang="ko-KR" alt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모달창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 앞으로 </a:t>
            </a:r>
            <a:b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</a:b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 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복귀 처리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94360" y="8065008"/>
            <a:ext cx="635508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훈련모드는 교육모드와 동일한 PPE 절차를 사용하되, 사용자의 자율 수행을 높이는 방향으로 안내 수준을 낮춘다.</a:t>
            </a:r>
            <a:endParaRPr lang="en-US" sz="145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테스트모드 설계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921258"/>
            <a:ext cx="63550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085850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테스트모드의 역할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5528" y="1451610"/>
            <a:ext cx="595274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교육과 훈련을 거친 사용자가 PPE 착용 절차를 독립적으로 수행할 수 있는지 확인하는 평가 단계다.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2146554"/>
            <a:ext cx="6355080" cy="1415034"/>
          </a:xfrm>
          <a:prstGeom prst="roundRect">
            <a:avLst>
              <a:gd name="adj" fmla="val 4444"/>
            </a:avLst>
          </a:prstGeom>
          <a:solidFill>
            <a:srgbClr val="FDECEC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311146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정책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5528" y="2676906"/>
            <a:ext cx="5952744" cy="76123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힌트와 정답 피드백을 차단한다.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PPE 정상/결함 판정, 착용 순서, 최종 확인 여부를 평가한다.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en-US" altLang="ko-KR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정답수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PPE</a:t>
            </a:r>
            <a:r>
              <a:rPr lang="ko-KR" alt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오선택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횟수를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결과로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공개한다.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3697605"/>
            <a:ext cx="1143000" cy="44577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828800" y="3697605"/>
            <a:ext cx="4937760" cy="44577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흐름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85800" y="4143375"/>
            <a:ext cx="114300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0:00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828800" y="4143375"/>
            <a:ext cx="493776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재생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4589145"/>
            <a:ext cx="114300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0:10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28800" y="4589145"/>
            <a:ext cx="493776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없이 PPE 룸 시작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5034915"/>
            <a:ext cx="114300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0:30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828800" y="5034915"/>
            <a:ext cx="493776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PPE 정상/결함 판정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5480685"/>
            <a:ext cx="114300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1:45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828800" y="5480685"/>
            <a:ext cx="493776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PPE 7종 자유 순서 착용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" y="5926455"/>
            <a:ext cx="114300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2:25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828800" y="5926455"/>
            <a:ext cx="493776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착용 확인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" y="6372225"/>
            <a:ext cx="114300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2:50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828800" y="6372225"/>
            <a:ext cx="493776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미니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퀴즈 제출 활성화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5800" y="6817995"/>
            <a:ext cx="114300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3:00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828800" y="6817995"/>
            <a:ext cx="493776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시간 · 합격 여부 공개</a:t>
            </a:r>
            <a:endParaRPr lang="en-US" sz="14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7AC396A5-4904-7923-24CC-8400E2C74C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7586730"/>
            <a:ext cx="3292458" cy="2102925"/>
          </a:xfrm>
          <a:prstGeom prst="rect">
            <a:avLst/>
          </a:prstGeom>
        </p:spPr>
      </p:pic>
      <p:sp>
        <p:nvSpPr>
          <p:cNvPr id="32" name="Text 21">
            <a:extLst>
              <a:ext uri="{FF2B5EF4-FFF2-40B4-BE49-F238E27FC236}">
                <a16:creationId xmlns:a16="http://schemas.microsoft.com/office/drawing/2014/main" id="{6DAF6051-7D95-7C91-5831-98C00DD1D1D1}"/>
              </a:ext>
            </a:extLst>
          </p:cNvPr>
          <p:cNvSpPr/>
          <p:nvPr/>
        </p:nvSpPr>
        <p:spPr>
          <a:xfrm>
            <a:off x="182880" y="9309273"/>
            <a:ext cx="6355080" cy="53286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프로젝트 내 테스트 결과 화면  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모드별 정책 비교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051560"/>
            <a:ext cx="1143000" cy="849086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554480" y="1051560"/>
            <a:ext cx="1828800" cy="849086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383280" y="1051560"/>
            <a:ext cx="1828800" cy="849086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훈련모드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212080" y="1051560"/>
            <a:ext cx="1938528" cy="849086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테스트모드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11480" y="1900646"/>
            <a:ext cx="11430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54480" y="1900646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방법 학습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1900646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연습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12080" y="1900646"/>
            <a:ext cx="1938528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 수행 평가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" y="2749731"/>
            <a:ext cx="11430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54480" y="2749731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TTS · 자막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83280" y="2749731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짧은 지시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12080" y="2749731"/>
            <a:ext cx="1938528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안내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" y="3598817"/>
            <a:ext cx="11430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힌트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54480" y="3598817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충분히 제공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83280" y="3598817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정체 시 제한 제공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12080" y="3598817"/>
            <a:ext cx="1938528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차단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11480" y="4447903"/>
            <a:ext cx="11430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오답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54480" y="4447903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이유 설명 후 재판정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383280" y="4447903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기록 후 재시도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212080" y="4447903"/>
            <a:ext cx="1938528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결과에 반영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11480" y="5296989"/>
            <a:ext cx="11430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 강조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554480" y="5296989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결함 후보 강조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383280" y="5296989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마커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212080" y="5296989"/>
            <a:ext cx="1938528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 UI만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11480" y="6146074"/>
            <a:ext cx="11430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554480" y="6146074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수칙 요약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383280" y="6146074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· 오류 · 힌트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212080" y="6146074"/>
            <a:ext cx="1938528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· 합격 여부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94360" y="7360920"/>
            <a:ext cx="6355080" cy="1097280"/>
          </a:xfrm>
          <a:prstGeom prst="roundRect">
            <a:avLst>
              <a:gd name="adj" fmla="val 6667"/>
            </a:avLst>
          </a:prstGeom>
          <a:solidFill>
            <a:srgbClr val="E8F1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5528" y="752551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원칙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95528" y="7891272"/>
            <a:ext cx="595274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모드가 달라도 PPE 항목, 상태 흐름, 판정 기준은 동일하게 유지한다. 차이는 안내, 힌트, 오류 처리, 결과 공개 방식에 둔다.</a:t>
            </a:r>
            <a:endParaRPr lang="en-US" sz="14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 선정 기준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475488"/>
            <a:ext cx="6263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유료 음성 제작이 포함되므로 근거와 예산을 명확히 한다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63550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1615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TTS가 필요한 이유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5528" y="1581912"/>
            <a:ext cx="5952744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VR 초보 사용자가 화면 텍스트만 보지 않고 행동에 집중하게 한다.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PPE 점검 이유와 오류 복구를 즉시 설명한다.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교육모드의 상세 안내, 훈련모드의 짧은 지시, 테스트모드의 차단 정책을 음성 톤으로 구분할 수 있다.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자막 · 시각 강조와 동기화해 학습 부담을 줄인다.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3474720"/>
            <a:ext cx="6355080" cy="1874520"/>
          </a:xfrm>
          <a:prstGeom prst="roundRect">
            <a:avLst>
              <a:gd name="adj" fmla="val 3902"/>
            </a:avLst>
          </a:prstGeom>
          <a:solidFill>
            <a:srgbClr val="E8F1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363931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선정 기준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5528" y="4005072"/>
            <a:ext cx="5952744" cy="11064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한국어 발음의 자연스러움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안전교육에 맞는 차분함과 명료성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긴 안내문에서도 억양이 과장되지 않을 것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상업/발표/프로토타입 사용 범위를 검토할 수 있을 것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" y="5715000"/>
            <a:ext cx="6355080" cy="169164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587959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톤앤매너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95528" y="6245352"/>
            <a:ext cx="5952744" cy="9698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안내 60% · 차분한 온화함 20% · 아나운서 명료성 20%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침착하게 절차를 따라가도록 돕는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목소리를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사용할 것을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목표로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 모델 비교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8912" y="1097280"/>
            <a:ext cx="1417320" cy="868680"/>
          </a:xfrm>
          <a:prstGeom prst="rect">
            <a:avLst/>
          </a:prstGeom>
          <a:solidFill>
            <a:schemeClr val="bg2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856232" y="1097280"/>
            <a:ext cx="2651760" cy="868680"/>
          </a:xfrm>
          <a:prstGeom prst="rect">
            <a:avLst/>
          </a:prstGeom>
          <a:solidFill>
            <a:schemeClr val="bg2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07992" y="1097280"/>
            <a:ext cx="2624328" cy="868680"/>
          </a:xfrm>
          <a:prstGeom prst="rect">
            <a:avLst/>
          </a:prstGeom>
          <a:solidFill>
            <a:schemeClr val="bg2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 포인트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38912" y="1965960"/>
            <a:ext cx="1417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ElevenLabs</a:t>
            </a:r>
            <a:b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박현미</a:t>
            </a:r>
            <a:endParaRPr lang="en-US" sz="1400" b="1" dirty="0"/>
          </a:p>
        </p:txBody>
      </p:sp>
      <p:sp>
        <p:nvSpPr>
          <p:cNvPr id="11" name="Text 9"/>
          <p:cNvSpPr/>
          <p:nvPr/>
        </p:nvSpPr>
        <p:spPr>
          <a:xfrm>
            <a:off x="1856232" y="1965960"/>
            <a:ext cx="2651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자연스러움, </a:t>
            </a:r>
            <a:r>
              <a:rPr lang="ko-KR" alt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톤앤매너가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b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맞는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차분한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톤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07992" y="1965960"/>
            <a:ext cx="26243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비슷한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유료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크레딧, 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라이선스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크레딧 결제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8912" y="2834640"/>
            <a:ext cx="1417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NAVER CLOVA Dubbing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56232" y="2834640"/>
            <a:ext cx="2651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서비스 접근성, 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안정적인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한국어 발음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07992" y="2834640"/>
            <a:ext cx="26243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테스트시 불안정한 억양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8912" y="3703320"/>
            <a:ext cx="1417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타입캐스트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856232" y="3703320"/>
            <a:ext cx="2651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풍부한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표현과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캐릭터형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07992" y="3703320"/>
            <a:ext cx="26243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교육에는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과한 감정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연기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여부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4360" y="5074920"/>
            <a:ext cx="6355080" cy="1525905"/>
          </a:xfrm>
          <a:prstGeom prst="roundRect">
            <a:avLst>
              <a:gd name="adj" fmla="val 3810"/>
            </a:avLst>
          </a:prstGeom>
          <a:solidFill>
            <a:srgbClr val="EAF7F0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523951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박현미 모델인가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95528" y="5605272"/>
            <a:ext cx="5952744" cy="99555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VR 안전교육에서 필요한 </a:t>
            </a: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자연스러운 한국어 안내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적합하다.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차분하지만 너무 딱딱하지 않은 톤으로 </a:t>
            </a:r>
            <a:r>
              <a:rPr lang="en-US" sz="14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초보</a:t>
            </a: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</a:t>
            </a:r>
            <a:r>
              <a:rPr lang="ko-KR" alt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정서적 </a:t>
            </a:r>
            <a:r>
              <a:rPr lang="en-US" altLang="ko-KR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UX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적합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문장 단위 파일을 많이 제작해야 하므로 재생성 · 수정 관리가 중요하다.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과도한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감정 연기보다 명료성이 중요하다.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 예산과 제작량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6355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1615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단계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5528" y="1581912"/>
            <a:ext cx="5952744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무료 10,000 크레딧으로 발음 · 톤 · 문장 길이 테스트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컨트롤러 안내, 장갑 점검, 오류 복구 문장부터 샘플 제작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자막과 실제 VR 동작 타이밍을 맞춰본 뒤 본 제작 여부 결정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2788920"/>
            <a:ext cx="6355080" cy="1645920"/>
          </a:xfrm>
          <a:prstGeom prst="roundRect">
            <a:avLst>
              <a:gd name="adj" fmla="val 4444"/>
            </a:avLst>
          </a:prstGeom>
          <a:solidFill>
            <a:srgbClr val="E8F1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95351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제작 예산 계획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5528" y="3319272"/>
            <a:ext cx="5952744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Starter $6 플랜 검토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첫 달 할인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$6 수준으로 약 9,000원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예산 가정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월 단위 결제 전 실제 필요 문장 수와 수정 가능성을 계산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구매 후 변경분 발생 시 추가 생성량을 별도 관리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" y="4800600"/>
            <a:ext cx="63550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496519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제작량 산정 예시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95528" y="5330952"/>
            <a:ext cx="5952744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30,000 크레딧 ÷ 평균 250자 ≈ 약 120개 문장 파일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제작 수량은 문장 길이, 재생성 횟수, 수정본 제작량에 따라 달라질 수 있다.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" y="6446520"/>
            <a:ext cx="6355080" cy="1097280"/>
          </a:xfrm>
          <a:prstGeom prst="roundRect">
            <a:avLst>
              <a:gd name="adj" fmla="val 6667"/>
            </a:avLst>
          </a:prstGeom>
          <a:solidFill>
            <a:srgbClr val="FFF4DE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661111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 관리 원칙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95528" y="6976872"/>
            <a:ext cx="595274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TTS는 전체를 한 번에 생성하지 않는다. 교육모드 핵심 루트 문장부터 제작하고, 발음과 타이밍을 확인한 뒤 모드별 문장을 단계적으로 제작한다.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 파일 · </a:t>
            </a:r>
            <a:r>
              <a:rPr lang="en-US" sz="2000" b="1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</a:t>
            </a: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000" b="1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</a:t>
            </a:r>
            <a:r>
              <a:rPr lang="en-US" altLang="ko-KR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ko-KR" alt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 스크립트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475488"/>
            <a:ext cx="6263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 · 파일 · 이벤트 단위로 관리한다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84047" y="1051559"/>
            <a:ext cx="3397377" cy="2366719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121615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 기준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5215" y="1581911"/>
            <a:ext cx="2986659" cy="174492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Assets/Audio/Voice/0_Intro/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Assets/Audio/Voice/1_1_ContSimp/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Assets/Audio/Voice/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1_2_ContDetail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</a:p>
          <a:p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Assets/Audio/Voice/2_Card/</a:t>
            </a:r>
            <a:endParaRPr lang="en-US" altLang="ko-KR" sz="1400" dirty="0"/>
          </a:p>
          <a:p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Assets/Audio/Voice/3_Modal/</a:t>
            </a:r>
            <a:endParaRPr lang="en-US" altLang="ko-KR" sz="1400" dirty="0"/>
          </a:p>
          <a:p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Assets/Audio/Voice/4_PPE/</a:t>
            </a:r>
            <a:endParaRPr lang="en-US" altLang="ko-KR" sz="1400" dirty="0"/>
          </a:p>
          <a:p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Assets/Audio/Voice/5_TRAIN/</a:t>
            </a:r>
            <a:endParaRPr lang="en-US" altLang="ko-KR" sz="1400" dirty="0"/>
          </a:p>
          <a:p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Assets/Audio/Voice/6_TEST/</a:t>
            </a:r>
            <a:endParaRPr lang="en-US" altLang="ko-KR" sz="1400" dirty="0"/>
          </a:p>
          <a:p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84048" y="3605729"/>
            <a:ext cx="6767692" cy="1815550"/>
          </a:xfrm>
          <a:prstGeom prst="roundRect">
            <a:avLst>
              <a:gd name="adj" fmla="val 4848"/>
            </a:avLst>
          </a:prstGeom>
          <a:solidFill>
            <a:srgbClr val="E8F1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" y="377032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네이밍 규칙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85216" y="4136081"/>
            <a:ext cx="5952744" cy="117987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VO_[</a:t>
            </a:r>
            <a:r>
              <a:rPr lang="en-US" sz="14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</a:t>
            </a: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]_[(</a:t>
            </a:r>
            <a:r>
              <a:rPr lang="ko-KR" alt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</a:t>
            </a:r>
            <a:r>
              <a:rPr lang="en-US" altLang="ko-KR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lang="ko-KR" alt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모드</a:t>
            </a:r>
            <a:r>
              <a:rPr lang="en-US" altLang="ko-KR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종류</a:t>
            </a: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]__[</a:t>
            </a:r>
            <a:r>
              <a:rPr lang="ko-KR" alt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</a:t>
            </a: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]_[</a:t>
            </a:r>
            <a:r>
              <a:rPr lang="ko-KR" alt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파일명</a:t>
            </a: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].mp3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VO_PPE_MODAL_001_CheckCard.mp3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VO_PPE_EDU_008_CheckPPE.mp3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     VO_PPE_TRAIN_002_TrainSelect.mp3</a:t>
            </a:r>
            <a:endParaRPr lang="en-US" sz="14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B4E9290C-5B63-DD1B-E577-D992A81DAA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3420" y="1028700"/>
            <a:ext cx="2648320" cy="217200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052862E6-707D-6918-7E37-C4F7A39DAA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051" y="5638854"/>
            <a:ext cx="8182737" cy="463301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 이벤트 맵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475488"/>
            <a:ext cx="6263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 완주 루트에 필요한 음성 범위를 먼저 제작한다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1463040" cy="54864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2057400" y="1051560"/>
            <a:ext cx="4892040" cy="54864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범위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1463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057400" y="1600200"/>
            <a:ext cx="4892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환영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교육 목표 · 컨트롤러 안내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148840"/>
            <a:ext cx="1463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057400" y="2148840"/>
            <a:ext cx="4892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정보 · 위험 · 요구 PPE 확인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2697480"/>
            <a:ext cx="1463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MOVE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057400" y="2697480"/>
            <a:ext cx="4892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진열대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이동 · 마커 선택 안내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3246120"/>
            <a:ext cx="1463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CHECK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057400" y="3246120"/>
            <a:ext cx="4892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PPE 잡기 · 회전 · 결함 포인트 점검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3794760"/>
            <a:ext cx="1463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DECISION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057400" y="3794760"/>
            <a:ext cx="4892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/결함 판정 · 오답 이유 설명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4343400"/>
            <a:ext cx="1463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WEAR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057400" y="4343400"/>
            <a:ext cx="4892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착용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처리 · 다음 PPE 진행 안내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4360" y="4892040"/>
            <a:ext cx="1463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057400" y="4892040"/>
            <a:ext cx="4892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거울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/최종 착용 확인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4360" y="5440680"/>
            <a:ext cx="1463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QUIZ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057400" y="5440680"/>
            <a:ext cx="4892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안내 · 결과 요약 · 복귀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94360" y="6355080"/>
            <a:ext cx="6355080" cy="1737360"/>
          </a:xfrm>
          <a:prstGeom prst="roundRect">
            <a:avLst>
              <a:gd name="adj" fmla="val 4211"/>
            </a:avLst>
          </a:prstGeom>
          <a:solidFill>
            <a:srgbClr val="EAF7F0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" y="651967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</a:t>
            </a: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정지</a:t>
            </a: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기준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95528" y="6885432"/>
            <a:ext cx="5952744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등 반응할 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</a:t>
            </a:r>
            <a:r>
              <a:rPr lang="ko-KR" alt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없을때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Trigger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voice </a:t>
            </a:r>
            <a:r>
              <a:rPr lang="ko-KR" alt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스킵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가능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설명이 나오는 중 다른 </a:t>
            </a:r>
            <a:r>
              <a:rPr lang="ko-KR" alt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인터렉션이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생길 경우 이전 음원 중지됨</a:t>
            </a:r>
            <a:b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테스트모드에서는 정답 피드백 음성을 차단한다.</a:t>
            </a:r>
            <a:endParaRPr lang="en-US" sz="14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구조 계획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234440"/>
            <a:ext cx="6355080" cy="658368"/>
          </a:xfrm>
          <a:prstGeom prst="roundRect">
            <a:avLst>
              <a:gd name="adj" fmla="val 11111"/>
            </a:avLst>
          </a:prstGeom>
          <a:solidFill>
            <a:srgbClr val="E8F1FF"/>
          </a:solidFill>
          <a:ln w="12700">
            <a:solidFill>
              <a:srgbClr val="246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44752"/>
            <a:ext cx="5989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Boot / Hub → PPE Scene → ModeProfile → PPE Core → Guidance → Result UI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1874520" cy="666206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2468880" y="2514600"/>
            <a:ext cx="4480560" cy="666206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94360" y="3180806"/>
            <a:ext cx="1874520" cy="66620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PPEController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468880" y="3180806"/>
            <a:ext cx="4480560" cy="66620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PPE 점검 · 판정 · 착용 상태 관리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3847011"/>
            <a:ext cx="1874520" cy="66620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ModeProfile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68880" y="3847011"/>
            <a:ext cx="4480560" cy="66620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/훈련/테스트 정책 분리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4513217"/>
            <a:ext cx="1874520" cy="66620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GuidancePresenter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468880" y="4513217"/>
            <a:ext cx="4480560" cy="66620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HUD · Voice · 자막 · 강조 관리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5179423"/>
            <a:ext cx="1874520" cy="66620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InteractionGate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468880" y="5179423"/>
            <a:ext cx="4480560" cy="66620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선행조건과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잘못된 입력 차단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5845629"/>
            <a:ext cx="1874520" cy="66620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ResultScreen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468880" y="5845629"/>
            <a:ext cx="4480560" cy="66620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모드별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결과 화면 표시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4360" y="6511834"/>
            <a:ext cx="1874520" cy="66620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SessionReset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468880" y="6511834"/>
            <a:ext cx="4480560" cy="66620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허브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복귀 · 재시도 시 상태 초기화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94360" y="7543800"/>
            <a:ext cx="6355080" cy="1051560"/>
          </a:xfrm>
          <a:prstGeom prst="roundRect">
            <a:avLst>
              <a:gd name="adj" fmla="val 6957"/>
            </a:avLst>
          </a:prstGeom>
          <a:solidFill>
            <a:srgbClr val="E8F1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5528" y="770839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원칙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95528" y="8074152"/>
            <a:ext cx="595274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씬을 모드별로 복제하기보다 공통 PPE 코어를 두고, 안내 수준과 결과 정책만 바꾸는 방식으로 중복과 오류 위험을 줄인다.</a:t>
            </a:r>
            <a:endParaRPr lang="en-US" sz="14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QA와 인수 기준 계획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1645920" cy="764177"/>
          </a:xfrm>
          <a:prstGeom prst="rect">
            <a:avLst/>
          </a:prstGeom>
          <a:solidFill>
            <a:schemeClr val="bg2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영역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2148840" y="1051560"/>
            <a:ext cx="4892040" cy="764177"/>
          </a:xfrm>
          <a:prstGeom prst="rect">
            <a:avLst/>
          </a:prstGeom>
          <a:solidFill>
            <a:schemeClr val="bg2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기준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02920" y="1815737"/>
            <a:ext cx="1645920" cy="764177"/>
          </a:xfrm>
          <a:prstGeom prst="rect">
            <a:avLst/>
          </a:prstGeom>
          <a:solidFill>
            <a:schemeClr val="bg1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 완주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48840" y="1815737"/>
            <a:ext cx="4892040" cy="764177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PPE 룸 진입부터 미니 퀴즈 결과까지 2회 이상 중단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없이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579914"/>
            <a:ext cx="1645920" cy="764177"/>
          </a:xfrm>
          <a:prstGeom prst="rect">
            <a:avLst/>
          </a:prstGeom>
          <a:solidFill>
            <a:schemeClr val="bg1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48840" y="2579914"/>
            <a:ext cx="4892040" cy="764177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Grib · Ray · Trigger · Joystick 입력이 단계별로 정상 동작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3344091"/>
            <a:ext cx="1645920" cy="764177"/>
          </a:xfrm>
          <a:prstGeom prst="rect">
            <a:avLst/>
          </a:prstGeom>
          <a:solidFill>
            <a:schemeClr val="bg1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48840" y="3344091"/>
            <a:ext cx="4892040" cy="764177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오답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후 재판정, 착용 후 다음 단계, 허브 복귀 시 상태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꼬임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없음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4108269"/>
            <a:ext cx="1645920" cy="764177"/>
          </a:xfrm>
          <a:prstGeom prst="rect">
            <a:avLst/>
          </a:prstGeom>
          <a:solidFill>
            <a:schemeClr val="bg1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148840" y="4108269"/>
            <a:ext cx="4892040" cy="764177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자막 · 시각 강조의 이벤트 동기화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4872446"/>
            <a:ext cx="1645920" cy="764177"/>
          </a:xfrm>
          <a:prstGeom prst="rect">
            <a:avLst/>
          </a:prstGeom>
          <a:solidFill>
            <a:schemeClr val="bg1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Quest 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148840" y="4872446"/>
            <a:ext cx="4892040" cy="764177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APK 실행, 양안 렌더링, 컨트롤러 인식, 크래시 없음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5636623"/>
            <a:ext cx="1645920" cy="764177"/>
          </a:xfrm>
          <a:prstGeom prst="rect">
            <a:avLst/>
          </a:prstGeom>
          <a:solidFill>
            <a:schemeClr val="bg1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148840" y="5636623"/>
            <a:ext cx="4892040" cy="764177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P0: 완주 불가 / P1: 주요 기능 오동작 / P2: 표현 품질 문제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4360" y="6812279"/>
            <a:ext cx="6355080" cy="1613263"/>
          </a:xfrm>
          <a:prstGeom prst="roundRect">
            <a:avLst>
              <a:gd name="adj" fmla="val 6667"/>
            </a:avLst>
          </a:prstGeom>
          <a:solidFill>
            <a:srgbClr val="EAF7F0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" y="697687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철학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95528" y="7342632"/>
            <a:ext cx="5952744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 단계에서는 새로운 기능 수보다 “</a:t>
            </a: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</a:t>
            </a:r>
            <a:r>
              <a:rPr lang="en-US" sz="14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시작한</a:t>
            </a: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교/</a:t>
            </a:r>
            <a:r>
              <a:rPr lang="ko-KR" alt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훈련</a:t>
            </a:r>
            <a:r>
              <a:rPr lang="en-US" altLang="ko-KR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lang="ko-KR" alt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</a:t>
            </a:r>
            <a:br>
              <a:rPr lang="en-US" altLang="ko-KR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ko-KR" alt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모드를</a:t>
            </a: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끝까지 안정적으로 완료할 수 있는가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”를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우선한다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범위를 교육모드 완주로 잡는다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계획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63550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6187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산출물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5528" y="1627632"/>
            <a:ext cx="5952744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기획서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v1.0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PPE 교육모드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유저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및 상세 설정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교육 · 훈련 · 테스트 모드 정책표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TTS 선정 근거 · 예산 · 제작 규칙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QA 기준표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3337560"/>
            <a:ext cx="6355080" cy="1828800"/>
          </a:xfrm>
          <a:prstGeom prst="roundRect">
            <a:avLst>
              <a:gd name="adj" fmla="val 4000"/>
            </a:avLst>
          </a:prstGeom>
          <a:solidFill>
            <a:srgbClr val="E8F1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350215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 산출물 계획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5528" y="3867912"/>
            <a:ext cx="5952744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Unity 원본 프로젝트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Meta Quest 2 APK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교육모드 완주 루트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TTS 파일과 자막 문장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QA 체크리스트와 오류 기록 양식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" y="5532120"/>
            <a:ext cx="6355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569671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관리 원칙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95528" y="6062472"/>
            <a:ext cx="5952744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기획서는 개발 시작 전 계획과 기준만 기록한다. 실제 개발 중 변경 사항과 구현 결과는 이 문서에 포함하지 않는다.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7452360"/>
            <a:ext cx="635508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46B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기획서의 역할: “무엇을 만들 계획인가”를 충분히 자세하게 설명하는 문서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전 체크리스트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475488"/>
            <a:ext cx="6263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 완주 구현 전에 확인할 기준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1325880" cy="744583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828800" y="1051560"/>
            <a:ext cx="5212080" cy="744583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내용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02920" y="1796143"/>
            <a:ext cx="1325880" cy="74458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828800" y="1796143"/>
            <a:ext cx="5212080" cy="74458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시작, PPE 점검, 착용, 최종 확인, 퀴즈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흐름이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되어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있는가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540726"/>
            <a:ext cx="1325880" cy="74458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항목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28800" y="2540726"/>
            <a:ext cx="5212080" cy="74458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7종 PPE의 점검 포인트와 오류 상황이 정리되어 있는가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3285309"/>
            <a:ext cx="1325880" cy="74458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조작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28800" y="3285309"/>
            <a:ext cx="5212080" cy="74458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Trigger, Grip, A,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Joystick의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역할이 겹치지 않는가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4029891"/>
            <a:ext cx="1325880" cy="74458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828800" y="4029891"/>
            <a:ext cx="5212080" cy="74458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이벤트, 파일명, 예산, 샘플 문장이 준비되어 있는가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4774474"/>
            <a:ext cx="1325880" cy="74458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28800" y="4774474"/>
            <a:ext cx="5212080" cy="74458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VR 초보자가 현재 해야 할 행동을 바로 알 수 있는가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5519057"/>
            <a:ext cx="1325880" cy="74458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828800" y="5519057"/>
            <a:ext cx="5212080" cy="74458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완주 기준과 P0/P1/P2 기준이 명확한가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4360" y="6720840"/>
            <a:ext cx="6355080" cy="1188720"/>
          </a:xfrm>
          <a:prstGeom prst="roundRect">
            <a:avLst>
              <a:gd name="adj" fmla="val 6154"/>
            </a:avLst>
          </a:prstGeom>
          <a:solidFill>
            <a:srgbClr val="FFF4DE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" y="688543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착수 기준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95528" y="7251192"/>
            <a:ext cx="595274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기획서에서 정한 범위 밖 기능을 중간에 추가하지 않는다. 우선 교육모드 완주 루트를 안정적으로 만드는 것을 기준으로 작업을 시작한다.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6355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6B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TAKEAWAY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635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기획의 결론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635508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514600"/>
            <a:ext cx="5715000" cy="1508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착용 교육을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· 반복 · 평가가 가능한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VR 교육 구조로 설계한다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94360" y="4929182"/>
            <a:ext cx="6355080" cy="1170432"/>
          </a:xfrm>
          <a:prstGeom prst="roundRect">
            <a:avLst>
              <a:gd name="adj" fmla="val 8421"/>
            </a:avLst>
          </a:prstGeom>
          <a:solidFill>
            <a:srgbClr val="E8F1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5093774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 구현 목표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5528" y="5459534"/>
            <a:ext cx="5952744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 루트를 끝까지 완주할 수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있게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들고 </a:t>
            </a:r>
            <a:b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가능하면 교육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훈련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테스트모드의 전체 구현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663</TotalTime>
  <Words>3613</Words>
  <Application>Microsoft Office PowerPoint</Application>
  <PresentationFormat>사용자 지정</PresentationFormat>
  <Paragraphs>639</Paragraphs>
  <Slides>29</Slides>
  <Notes>27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2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화학물질 안전훈련 VR 상세기획서 개발 전 계획 기준</dc:title>
  <dc:subject>화학물질 안전훈련 VR PPE 상세기획서</dc:subject>
  <dc:creator>OpenAI</dc:creator>
  <cp:lastModifiedBy>Jin young Choi</cp:lastModifiedBy>
  <cp:revision>52</cp:revision>
  <dcterms:created xsi:type="dcterms:W3CDTF">2026-08-13T18:42:01Z</dcterms:created>
  <dcterms:modified xsi:type="dcterms:W3CDTF">2026-08-17T15:52:58Z</dcterms:modified>
</cp:coreProperties>
</file>