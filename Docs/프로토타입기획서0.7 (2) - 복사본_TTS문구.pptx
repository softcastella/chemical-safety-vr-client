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6" r:id="rId6"/>
    <p:sldId id="261" r:id="rId7"/>
    <p:sldId id="262" r:id="rId8"/>
    <p:sldId id="287" r:id="rId9"/>
    <p:sldId id="288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9" r:id="rId26"/>
    <p:sldId id="290" r:id="rId38"/>
    <p:sldId id="291" r:id="rId39"/>
    <p:sldId id="281" r:id="rId27"/>
    <p:sldId id="282" r:id="rId28"/>
    <p:sldId id="283" r:id="rId29"/>
    <p:sldId id="284" r:id="rId30"/>
    <p:sldId id="285" r:id="rId31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young Choi" userId="3348430de398f430" providerId="LiveId" clId="{D6AC804E-3741-4DD9-80FE-E274F04C4594}"/>
    <pc:docChg chg="undo custSel addSld delSld modSld">
      <pc:chgData name="Jin young Choi" userId="3348430de398f430" providerId="LiveId" clId="{D6AC804E-3741-4DD9-80FE-E274F04C4594}" dt="2026-08-17T16:54:23.312" v="5017" actId="20577"/>
      <pc:docMkLst>
        <pc:docMk/>
      </pc:docMkLst>
      <pc:sldChg chg="modSp mod">
        <pc:chgData name="Jin young Choi" userId="3348430de398f430" providerId="LiveId" clId="{D6AC804E-3741-4DD9-80FE-E274F04C4594}" dt="2026-08-17T15:11:04.159" v="4320" actId="1076"/>
        <pc:sldMkLst>
          <pc:docMk/>
          <pc:sldMk cId="0" sldId="256"/>
        </pc:sldMkLst>
        <pc:graphicFrameChg chg="mod modGraphic">
          <ac:chgData name="Jin young Choi" userId="3348430de398f430" providerId="LiveId" clId="{D6AC804E-3741-4DD9-80FE-E274F04C4594}" dt="2026-08-17T15:11:04.159" v="4320" actId="1076"/>
          <ac:graphicFrameMkLst>
            <pc:docMk/>
            <pc:sldMk cId="0" sldId="256"/>
            <ac:graphicFrameMk id="5" creationId="{29654BC0-E46D-D7F7-1271-2C91935ED359}"/>
          </ac:graphicFrameMkLst>
        </pc:graphicFrameChg>
      </pc:sldChg>
      <pc:sldChg chg="modSp mod">
        <pc:chgData name="Jin young Choi" userId="3348430de398f430" providerId="LiveId" clId="{D6AC804E-3741-4DD9-80FE-E274F04C4594}" dt="2026-08-17T16:19:42.654" v="4874" actId="20577"/>
        <pc:sldMkLst>
          <pc:docMk/>
          <pc:sldMk cId="0" sldId="258"/>
        </pc:sldMkLst>
        <pc:spChg chg="mod">
          <ac:chgData name="Jin young Choi" userId="3348430de398f430" providerId="LiveId" clId="{D6AC804E-3741-4DD9-80FE-E274F04C4594}" dt="2026-08-17T16:19:11.510" v="4852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19:22.584" v="4859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19:33.685" v="4868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19:42.654" v="4874" actId="20577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6:22:22.165" v="4898" actId="20577"/>
        <pc:sldMkLst>
          <pc:docMk/>
          <pc:sldMk cId="0" sldId="259"/>
        </pc:sldMkLst>
        <pc:graphicFrameChg chg="mod modGraphic">
          <ac:chgData name="Jin young Choi" userId="3348430de398f430" providerId="LiveId" clId="{D6AC804E-3741-4DD9-80FE-E274F04C4594}" dt="2026-08-17T16:22:22.165" v="4898" actId="20577"/>
          <ac:graphicFrameMkLst>
            <pc:docMk/>
            <pc:sldMk cId="0" sldId="259"/>
            <ac:graphicFrameMk id="19" creationId="{991DC3C4-6197-3B80-C6F0-0C14760F158F}"/>
          </ac:graphicFrameMkLst>
        </pc:graphicFrameChg>
      </pc:sldChg>
      <pc:sldChg chg="modSp mod">
        <pc:chgData name="Jin young Choi" userId="3348430de398f430" providerId="LiveId" clId="{D6AC804E-3741-4DD9-80FE-E274F04C4594}" dt="2026-08-17T15:28:16.514" v="4585" actId="207"/>
        <pc:sldMkLst>
          <pc:docMk/>
          <pc:sldMk cId="0" sldId="261"/>
        </pc:sldMkLst>
        <pc:spChg chg="mod">
          <ac:chgData name="Jin young Choi" userId="3348430de398f430" providerId="LiveId" clId="{D6AC804E-3741-4DD9-80FE-E274F04C4594}" dt="2026-08-17T15:28:16.514" v="4585" actId="20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5:28:19.791" v="4586" actId="207"/>
        <pc:sldMkLst>
          <pc:docMk/>
          <pc:sldMk cId="0" sldId="262"/>
        </pc:sldMkLst>
        <pc:spChg chg="mod">
          <ac:chgData name="Jin young Choi" userId="3348430de398f430" providerId="LiveId" clId="{D6AC804E-3741-4DD9-80FE-E274F04C4594}" dt="2026-08-17T15:28:19.791" v="4586" actId="207"/>
          <ac:spMkLst>
            <pc:docMk/>
            <pc:sldMk cId="0" sldId="262"/>
            <ac:spMk id="2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8:31.453" v="4589" actId="478"/>
        <pc:sldMkLst>
          <pc:docMk/>
          <pc:sldMk cId="0" sldId="263"/>
        </pc:sldMkLst>
        <pc:spChg chg="mod">
          <ac:chgData name="Jin young Choi" userId="3348430de398f430" providerId="LiveId" clId="{D6AC804E-3741-4DD9-80FE-E274F04C4594}" dt="2026-08-17T15:28:27.968" v="4588" actId="207"/>
          <ac:spMkLst>
            <pc:docMk/>
            <pc:sldMk cId="0" sldId="263"/>
            <ac:spMk id="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28:31.453" v="4589" actId="478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52:11.136" v="4774" actId="1076"/>
        <pc:sldMkLst>
          <pc:docMk/>
          <pc:sldMk cId="0" sldId="264"/>
        </pc:sldMkLst>
        <pc:spChg chg="mod">
          <ac:chgData name="Jin young Choi" userId="3348430de398f430" providerId="LiveId" clId="{D6AC804E-3741-4DD9-80FE-E274F04C4594}" dt="2026-08-17T15:28:36.288" v="4590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19.579" v="3250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0.280" v="4745" actId="164"/>
          <ac:spMkLst>
            <pc:docMk/>
            <pc:sldMk cId="0" sldId="26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0.280" v="4745" actId="164"/>
          <ac:spMkLst>
            <pc:docMk/>
            <pc:sldMk cId="0" sldId="26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33.993" v="4755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9.113" v="4758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4.457" v="4747" actId="16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4.457" v="4747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8.062" v="4748" actId="16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8.062" v="4748" actId="16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0.109" v="4749" actId="16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0.109" v="4749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2.826" v="4750" actId="164"/>
          <ac:spMkLst>
            <pc:docMk/>
            <pc:sldMk cId="0" sldId="264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2.826" v="4750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4.951" v="4751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4.951" v="4751" actId="164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37.760" v="4756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56.281" v="4760" actId="14100"/>
          <ac:spMkLst>
            <pc:docMk/>
            <pc:sldMk cId="0" sldId="264"/>
            <ac:spMk id="3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6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2.309" v="4746" actId="164"/>
          <ac:spMkLst>
            <pc:docMk/>
            <pc:sldMk cId="0" sldId="264"/>
            <ac:spMk id="39" creationId="{5550CBA0-620F-0FCA-C3F0-492692EB596D}"/>
          </ac:spMkLst>
        </pc:spChg>
        <pc:spChg chg="mod">
          <ac:chgData name="Jin young Choi" userId="3348430de398f430" providerId="LiveId" clId="{D6AC804E-3741-4DD9-80FE-E274F04C4594}" dt="2026-08-17T15:49:32.309" v="4746" actId="164"/>
          <ac:spMkLst>
            <pc:docMk/>
            <pc:sldMk cId="0" sldId="264"/>
            <ac:spMk id="40" creationId="{3F06B648-6DA7-1407-516D-867788571D96}"/>
          </ac:spMkLst>
        </pc:spChg>
        <pc:spChg chg="mod">
          <ac:chgData name="Jin young Choi" userId="3348430de398f430" providerId="LiveId" clId="{D6AC804E-3741-4DD9-80FE-E274F04C4594}" dt="2026-08-17T15:51:36.153" v="4767" actId="1076"/>
          <ac:spMkLst>
            <pc:docMk/>
            <pc:sldMk cId="0" sldId="264"/>
            <ac:spMk id="54" creationId="{E97966F1-F9B0-787E-1462-11E3591E2444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5" creationId="{7A14088D-2C9F-4226-2712-9046EB4C3A9B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7" creationId="{6E653F02-1D59-76CA-D67C-E8DB92C2CD94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8" creationId="{E44ECD40-91AF-9903-0A08-222F600AF035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0" creationId="{B73C208E-3D60-BCA8-4CA3-25249E8A446E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1" creationId="{B02BA1D2-5A0C-7141-B809-36627952DB4E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3" creationId="{0149389D-7AD6-E50B-A784-61BDE34F1449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4" creationId="{5AEFCE63-9F7B-AED0-AF39-C74A30499879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6" creationId="{3FB928CC-A3EE-83A7-8819-16399ADDB5EF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7" creationId="{A514BFE5-B45B-9292-E60D-CF7B6369BE92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9" creationId="{292CAEBE-8CA9-B5FD-7580-75CCA2C0E819}"/>
          </ac:spMkLst>
        </pc:spChg>
        <pc:grpChg chg="add mod">
          <ac:chgData name="Jin young Choi" userId="3348430de398f430" providerId="LiveId" clId="{D6AC804E-3741-4DD9-80FE-E274F04C4594}" dt="2026-08-17T15:50:18.403" v="4753" actId="12789"/>
          <ac:grpSpMkLst>
            <pc:docMk/>
            <pc:sldMk cId="0" sldId="264"/>
            <ac:grpSpMk id="41" creationId="{814E93AC-01E9-B9C3-454D-D72609F4B441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4" creationId="{C7920184-7268-348B-2550-60DB6A4DDE4C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5" creationId="{6688EF9D-9CE4-BCD4-67B3-184BA5EC0B6C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6" creationId="{CD930DB5-3D80-8956-3C0C-451EC7C7CFCE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7" creationId="{EFC0FC18-ACFE-FB37-176E-7CDFB8F8586A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8" creationId="{1D7AB804-881C-C4BF-8A72-D15B32AF48F7}"/>
          </ac:grpSpMkLst>
        </pc:grpChg>
        <pc:grpChg chg="add mod">
          <ac:chgData name="Jin young Choi" userId="3348430de398f430" providerId="LiveId" clId="{D6AC804E-3741-4DD9-80FE-E274F04C4594}" dt="2026-08-17T15:50:18.403" v="4753" actId="12789"/>
          <ac:grpSpMkLst>
            <pc:docMk/>
            <pc:sldMk cId="0" sldId="264"/>
            <ac:grpSpMk id="49" creationId="{D95BB520-DAB5-5B80-DC3F-93CF1EAADB7A}"/>
          </ac:grpSpMkLst>
        </pc:grpChg>
        <pc:grpChg chg="mod">
          <ac:chgData name="Jin young Choi" userId="3348430de398f430" providerId="LiveId" clId="{D6AC804E-3741-4DD9-80FE-E274F04C4594}" dt="2026-08-17T15:51:22.544" v="4764" actId="1076"/>
          <ac:grpSpMkLst>
            <pc:docMk/>
            <pc:sldMk cId="0" sldId="264"/>
            <ac:grpSpMk id="50" creationId="{7EB1248A-C446-585A-986C-F490C8D98EF4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3" creationId="{80F8D49E-F978-4E36-58E4-CFF0B828E398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6" creationId="{039B9D5B-7437-9274-D4F5-2C8950FC75B0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9" creationId="{B97C96F0-1D80-BAE4-430C-EDE988492850}"/>
          </ac:grpSpMkLst>
        </pc:grpChg>
        <pc:grpChg chg="mod">
          <ac:chgData name="Jin young Choi" userId="3348430de398f430" providerId="LiveId" clId="{D6AC804E-3741-4DD9-80FE-E274F04C4594}" dt="2026-08-17T15:51:54.544" v="4771" actId="1076"/>
          <ac:grpSpMkLst>
            <pc:docMk/>
            <pc:sldMk cId="0" sldId="264"/>
            <ac:grpSpMk id="62" creationId="{73E2551B-AF43-1C9F-8C73-B62CE23B6BBE}"/>
          </ac:grpSpMkLst>
        </pc:grpChg>
        <pc:grpChg chg="mod">
          <ac:chgData name="Jin young Choi" userId="3348430de398f430" providerId="LiveId" clId="{D6AC804E-3741-4DD9-80FE-E274F04C4594}" dt="2026-08-17T15:51:57.319" v="4772" actId="1076"/>
          <ac:grpSpMkLst>
            <pc:docMk/>
            <pc:sldMk cId="0" sldId="264"/>
            <ac:grpSpMk id="65" creationId="{91A01790-A025-9FDD-259D-E01BA0FA4DDB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68" creationId="{4E94C40B-6AB5-59C9-08B3-3912DCC97871}"/>
          </ac:grpSpMkLst>
        </pc:grpChg>
        <pc:picChg chg="add mod">
          <ac:chgData name="Jin young Choi" userId="3348430de398f430" providerId="LiveId" clId="{D6AC804E-3741-4DD9-80FE-E274F04C4594}" dt="2026-08-17T15:49:21.761" v="4744" actId="1076"/>
          <ac:picMkLst>
            <pc:docMk/>
            <pc:sldMk cId="0" sldId="264"/>
            <ac:picMk id="12" creationId="{E07573DF-C326-0D94-1192-23C8EC7F4485}"/>
          </ac:picMkLst>
        </pc:picChg>
        <pc:cxnChg chg="del mod">
          <ac:chgData name="Jin young Choi" userId="3348430de398f430" providerId="LiveId" clId="{D6AC804E-3741-4DD9-80FE-E274F04C4594}" dt="2026-08-17T15:49:08.237" v="4739" actId="478"/>
          <ac:cxnSpMkLst>
            <pc:docMk/>
            <pc:sldMk cId="0" sldId="264"/>
            <ac:cxnSpMk id="43" creationId="{7E0BE37A-56AD-12A4-C1CF-A5FB45E0CD7F}"/>
          </ac:cxnSpMkLst>
        </pc:cxnChg>
      </pc:sldChg>
      <pc:sldChg chg="modSp mod">
        <pc:chgData name="Jin young Choi" userId="3348430de398f430" providerId="LiveId" clId="{D6AC804E-3741-4DD9-80FE-E274F04C4594}" dt="2026-08-17T15:28:40.096" v="4591" actId="207"/>
        <pc:sldMkLst>
          <pc:docMk/>
          <pc:sldMk cId="0" sldId="265"/>
        </pc:sldMkLst>
        <pc:spChg chg="mod">
          <ac:chgData name="Jin young Choi" userId="3348430de398f430" providerId="LiveId" clId="{D6AC804E-3741-4DD9-80FE-E274F04C4594}" dt="2026-08-17T15:28:40.096" v="4591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3.437" v="325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9" creationId="{00000000-0000-0000-0000-000000000000}"/>
          </ac:spMkLst>
        </pc:spChg>
      </pc:sldChg>
      <pc:sldChg chg="del">
        <pc:chgData name="Jin young Choi" userId="3348430de398f430" providerId="LiveId" clId="{D6AC804E-3741-4DD9-80FE-E274F04C4594}" dt="2026-08-17T14:18:48.572" v="3245" actId="47"/>
        <pc:sldMkLst>
          <pc:docMk/>
          <pc:sldMk cId="0" sldId="266"/>
        </pc:sldMkLst>
      </pc:sldChg>
      <pc:sldChg chg="addSp delSp modSp mod">
        <pc:chgData name="Jin young Choi" userId="3348430de398f430" providerId="LiveId" clId="{D6AC804E-3741-4DD9-80FE-E274F04C4594}" dt="2026-08-17T15:28:43.919" v="4592" actId="207"/>
        <pc:sldMkLst>
          <pc:docMk/>
          <pc:sldMk cId="0" sldId="267"/>
        </pc:sldMkLst>
        <pc:spChg chg="mod">
          <ac:chgData name="Jin young Choi" userId="3348430de398f430" providerId="LiveId" clId="{D6AC804E-3741-4DD9-80FE-E274F04C4594}" dt="2026-08-17T15:28:43.919" v="4592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7.098" v="3254" actId="2057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3:44.091" v="249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57.172" v="4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6:17.779" v="765" actId="14100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3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0:24.571" v="2738" actId="20577"/>
          <ac:spMkLst>
            <pc:docMk/>
            <pc:sldMk cId="0" sldId="267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8:38.674" v="1142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9:03.139" v="1155" actId="6549"/>
          <ac:spMkLst>
            <pc:docMk/>
            <pc:sldMk cId="0" sldId="267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7:18.915" v="2638"/>
          <ac:spMkLst>
            <pc:docMk/>
            <pc:sldMk cId="0" sldId="267"/>
            <ac:spMk id="3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4:23.716" v="2568" actId="20577"/>
          <ac:spMkLst>
            <pc:docMk/>
            <pc:sldMk cId="0" sldId="267"/>
            <ac:spMk id="3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3.170" v="2570" actId="20577"/>
          <ac:spMkLst>
            <pc:docMk/>
            <pc:sldMk cId="0" sldId="267"/>
            <ac:spMk id="3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6:27.106" v="2601"/>
          <ac:spMkLst>
            <pc:docMk/>
            <pc:sldMk cId="0" sldId="267"/>
            <ac:spMk id="3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7:40.963" v="2699"/>
          <ac:spMkLst>
            <pc:docMk/>
            <pc:sldMk cId="0" sldId="267"/>
            <ac:spMk id="39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9.154" v="2572" actId="20577"/>
          <ac:spMkLst>
            <pc:docMk/>
            <pc:sldMk cId="0" sldId="267"/>
            <ac:spMk id="4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9:34.232" v="2730" actId="6549"/>
          <ac:spMkLst>
            <pc:docMk/>
            <pc:sldMk cId="0" sldId="267"/>
            <ac:spMk id="4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6:42.734" v="2603"/>
          <ac:spMkLst>
            <pc:docMk/>
            <pc:sldMk cId="0" sldId="267"/>
            <ac:spMk id="4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24:11.682" v="993"/>
          <ac:spMkLst>
            <pc:docMk/>
            <pc:sldMk cId="0" sldId="267"/>
            <ac:spMk id="44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9" creationId="{533F0792-96A5-5E78-84FF-BEB26920FD5F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0" creationId="{EC054646-3592-0628-1171-8D8872237115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1" creationId="{99EBC4FF-F41E-7C9F-1B2F-B58EC60388FC}"/>
          </ac:spMkLst>
        </pc:spChg>
        <pc:spChg chg="add del">
          <ac:chgData name="Jin young Choi" userId="3348430de398f430" providerId="LiveId" clId="{D6AC804E-3741-4DD9-80FE-E274F04C4594}" dt="2026-08-17T13:57:26.315" v="2640" actId="22"/>
          <ac:spMkLst>
            <pc:docMk/>
            <pc:sldMk cId="0" sldId="267"/>
            <ac:spMk id="54" creationId="{CD1B743F-3C7F-2147-D044-6D16F1B557B1}"/>
          </ac:spMkLst>
        </pc:spChg>
      </pc:sldChg>
      <pc:sldChg chg="addSp delSp modSp mod">
        <pc:chgData name="Jin young Choi" userId="3348430de398f430" providerId="LiveId" clId="{D6AC804E-3741-4DD9-80FE-E274F04C4594}" dt="2026-08-17T14:19:44.196" v="3256" actId="207"/>
        <pc:sldMkLst>
          <pc:docMk/>
          <pc:sldMk cId="0" sldId="268"/>
        </pc:sldMkLst>
        <pc:spChg chg="mod">
          <ac:chgData name="Jin young Choi" userId="3348430de398f430" providerId="LiveId" clId="{D6AC804E-3741-4DD9-80FE-E274F04C4594}" dt="2026-08-17T14:19:44.196" v="3256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3.501" v="195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7.435" v="197" actId="207"/>
          <ac:spMkLst>
            <pc:docMk/>
            <pc:sldMk cId="0" sldId="268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8:20.458" v="19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7:59.525" v="1276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36.786" v="125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04.889" v="1237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38.138" v="20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9:27.153" v="22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41.338" v="1217" actId="20577"/>
          <ac:spMkLst>
            <pc:docMk/>
            <pc:sldMk cId="0" sldId="268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23" creationId="{790868E7-2F3C-9A3B-16A8-482BE4A929C4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8" creationId="{FFA158E6-658A-AC1F-0B5D-15716DAA1F33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1" creationId="{B6E0E18D-1873-FCCC-C634-77D9B1A5A9C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3" creationId="{DB5C1E51-AC63-A7F0-A100-AE55EC4C5BF5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37" creationId="{E1B3AAB0-1DDB-F180-EDFA-E5506F46942E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40" creationId="{B88F2486-C48F-8B38-6D51-DD85C729444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1" creationId="{0C549107-1392-51C9-8AAB-1C7FE1F08C83}"/>
          </ac:spMkLst>
        </pc:spChg>
        <pc:spChg chg="del mod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00:17.610" v="258"/>
          <ac:spMkLst>
            <pc:docMk/>
            <pc:sldMk cId="0" sldId="268"/>
            <ac:spMk id="4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00:41.337" v="303" actId="20577"/>
          <ac:spMkLst>
            <pc:docMk/>
            <pc:sldMk cId="0" sldId="268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00:59.147" v="306" actId="478"/>
          <ac:spMkLst>
            <pc:docMk/>
            <pc:sldMk cId="0" sldId="268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49" creationId="{1320032B-44DB-8FA1-B6B5-C4071EA805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1" creationId="{A7F0ECFC-4B2A-F5CE-7F88-00EAD9A1AEE5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2" creationId="{05F01F2D-D691-E3F7-34A6-9B7A4953A411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5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6" creationId="{967A6573-25C5-3DC3-3F35-D1F6269E42B5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8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1:10.600" v="1198" actId="1076"/>
          <ac:spMkLst>
            <pc:docMk/>
            <pc:sldMk cId="0" sldId="268"/>
            <ac:spMk id="61" creationId="{C27BFC2A-B450-08CC-5462-5A731FD01BE2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2" creationId="{80D1C28A-82A7-1E7D-EF85-D1FCCD16FEA3}"/>
          </ac:spMkLst>
        </pc:spChg>
        <pc:spChg chg="mod">
          <ac:chgData name="Jin young Choi" userId="3348430de398f430" providerId="LiveId" clId="{D6AC804E-3741-4DD9-80FE-E274F04C4594}" dt="2026-08-17T13:32:37.187" v="1202" actId="1076"/>
          <ac:spMkLst>
            <pc:docMk/>
            <pc:sldMk cId="0" sldId="268"/>
            <ac:spMk id="64" creationId="{A22508EE-E604-882C-01D4-E8DF92E984BE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5" creationId="{BCB6AEA7-0642-2B9F-6870-D4503BCC46A1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7" creationId="{8EF900F5-9CB1-5DAB-A102-0E9D8E96B4D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9" creationId="{B3A814C9-B44B-CE40-87DF-07BAF6BBA1CC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72" creationId="{61002BC0-37B9-7081-6F98-21C1E46FB3DB}"/>
          </ac:spMkLst>
        </pc:spChg>
        <pc:spChg chg="add mod">
          <ac:chgData name="Jin young Choi" userId="3348430de398f430" providerId="LiveId" clId="{D6AC804E-3741-4DD9-80FE-E274F04C4594}" dt="2026-08-17T13:34:47.169" v="1235" actId="20577"/>
          <ac:spMkLst>
            <pc:docMk/>
            <pc:sldMk cId="0" sldId="268"/>
            <ac:spMk id="7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9" creationId="{790868E7-2F3C-9A3B-16A8-482BE4A929C4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80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81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3:01.477" v="1206" actId="1076"/>
          <ac:spMkLst>
            <pc:docMk/>
            <pc:sldMk cId="0" sldId="268"/>
            <ac:spMk id="82" creationId="{94020A48-372F-0648-DDCE-EE67ED2E7970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0" creationId="{CBA9841A-8DC9-0FF9-A514-FD882EB3017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2" creationId="{84972075-10C7-8346-0309-442E48C53157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3" creationId="{00118789-E43E-9608-E5C8-B7D9304C9E51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5" creationId="{D74A090D-1DF8-BE8F-6EF4-A2C7AD53872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6" creationId="{F458BD65-646D-F5B1-2765-452A73F44FBB}"/>
          </ac:spMkLst>
        </pc:spChg>
        <pc:grpChg chg="del">
          <ac:chgData name="Jin young Choi" userId="3348430de398f430" providerId="LiveId" clId="{D6AC804E-3741-4DD9-80FE-E274F04C4594}" dt="2026-08-17T13:35:09.607" v="1238" actId="478"/>
          <ac:grpSpMkLst>
            <pc:docMk/>
            <pc:sldMk cId="0" sldId="268"/>
            <ac:grpSpMk id="83" creationId="{A4052EEB-A451-BFA6-183F-7730CFF0646F}"/>
          </ac:grpSpMkLst>
        </pc:grpChg>
        <pc:grpChg chg="del mod">
          <ac:chgData name="Jin young Choi" userId="3348430de398f430" providerId="LiveId" clId="{D6AC804E-3741-4DD9-80FE-E274F04C4594}" dt="2026-08-17T13:37:18.892" v="1265" actId="21"/>
          <ac:grpSpMkLst>
            <pc:docMk/>
            <pc:sldMk cId="0" sldId="268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39.426" v="3255" actId="207"/>
        <pc:sldMkLst>
          <pc:docMk/>
          <pc:sldMk cId="0" sldId="269"/>
        </pc:sldMkLst>
        <pc:spChg chg="mod">
          <ac:chgData name="Jin young Choi" userId="3348430de398f430" providerId="LiveId" clId="{D6AC804E-3741-4DD9-80FE-E274F04C4594}" dt="2026-08-17T14:19:39.426" v="3255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17.330" v="309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20.360" v="310" actId="207"/>
          <ac:spMkLst>
            <pc:docMk/>
            <pc:sldMk cId="0" sldId="269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7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8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9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05.153" v="1280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18.561" v="332" actId="6549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7:33.051" v="1270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59.014" v="401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33.359" v="1286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3:44.706" v="465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31.981" v="617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53.190" v="618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40.016" v="1290" actId="6549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43:13.123" v="1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7:01.107" v="716" actId="27636"/>
          <ac:spMkLst>
            <pc:docMk/>
            <pc:sldMk cId="0" sldId="269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2:12.582" v="717" actId="478"/>
          <ac:spMkLst>
            <pc:docMk/>
            <pc:sldMk cId="0" sldId="269"/>
            <ac:spMk id="2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4" creationId="{CF7D780E-3F30-F52C-2C4D-655AD152339C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27" creationId="{3FF64779-AA09-A7C2-CE2B-A5D69691985A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8" creationId="{FFA158E6-658A-AC1F-0B5D-15716DAA1F33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1" creationId="{B6E0E18D-1873-FCCC-C634-77D9B1A5A9C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2" creationId="{8930C01B-9BCD-6DEB-DC8E-808F676FD417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3" creationId="{DB5C1E51-AC63-A7F0-A100-AE55EC4C5BF5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4" creationId="{98F973FD-B19C-A1A7-8C20-D02635CAF100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5" creationId="{8166CBE3-E3BD-9BCB-9F50-548CD4D42C2D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6" creationId="{2C255473-FC57-4122-C39F-D10E50A10E6D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7" creationId="{E1B3AAB0-1DDB-F180-EDFA-E5506F46942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8" creationId="{EEE7DDD6-BB6D-10A0-BCFE-2EE8AB186B9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9" creationId="{445B32AE-8FC5-337D-D22E-34EFDA06EE5E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0" creationId="{B88F2486-C48F-8B38-6D51-DD85C729444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1" creationId="{0C549107-1392-51C9-8AAB-1C7FE1F08C83}"/>
          </ac:spMkLst>
        </pc:spChg>
        <pc:spChg chg="add del mod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2" creationId="{22D3CF98-D904-78F2-0C7E-215ED9583249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0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1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5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0:50.891" v="1360"/>
          <ac:spMkLst>
            <pc:docMk/>
            <pc:sldMk cId="0" sldId="269"/>
            <ac:spMk id="60" creationId="{0230C954-D4FF-EF3C-4AAA-DDEE6DC154AB}"/>
          </ac:spMkLst>
        </pc:spChg>
        <pc:spChg chg="add mod">
          <ac:chgData name="Jin young Choi" userId="3348430de398f430" providerId="LiveId" clId="{D6AC804E-3741-4DD9-80FE-E274F04C4594}" dt="2026-08-17T13:41:06.279" v="1405"/>
          <ac:spMkLst>
            <pc:docMk/>
            <pc:sldMk cId="0" sldId="269"/>
            <ac:spMk id="61" creationId="{DBAE2912-1F53-5A49-55CA-122FE1DE2C69}"/>
          </ac:spMkLst>
        </pc:spChg>
        <pc:spChg chg="add mod">
          <ac:chgData name="Jin young Choi" userId="3348430de398f430" providerId="LiveId" clId="{D6AC804E-3741-4DD9-80FE-E274F04C4594}" dt="2026-08-17T13:40:14.564" v="1296" actId="571"/>
          <ac:spMkLst>
            <pc:docMk/>
            <pc:sldMk cId="0" sldId="269"/>
            <ac:spMk id="62" creationId="{DCAC882F-4D5E-6F91-A1F4-973617DC6BD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3" creationId="{6E098B0D-E0A4-7B21-C86D-F08198D916C6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4" creationId="{C1EB4B0B-EA77-5C88-E385-7734290AB629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5" creationId="{1D872BB2-F955-B756-2947-C06F08F47E7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6" creationId="{CDCADE9C-76ED-5F03-7399-7FD70A0EA620}"/>
          </ac:spMkLst>
        </pc:spChg>
        <pc:spChg chg="add mod">
          <ac:chgData name="Jin young Choi" userId="3348430de398f430" providerId="LiveId" clId="{D6AC804E-3741-4DD9-80FE-E274F04C4594}" dt="2026-08-17T13:44:33.866" v="1787"/>
          <ac:spMkLst>
            <pc:docMk/>
            <pc:sldMk cId="0" sldId="269"/>
            <ac:spMk id="67" creationId="{2B039A0E-71E0-E091-18E0-C57844CD7881}"/>
          </ac:spMkLst>
        </pc:spChg>
        <pc:spChg chg="add mod">
          <ac:chgData name="Jin young Choi" userId="3348430de398f430" providerId="LiveId" clId="{D6AC804E-3741-4DD9-80FE-E274F04C4594}" dt="2026-08-17T13:45:17.146" v="1910"/>
          <ac:spMkLst>
            <pc:docMk/>
            <pc:sldMk cId="0" sldId="269"/>
            <ac:spMk id="68" creationId="{0BAA2141-89B5-8CCB-FBF8-3F17D3EEA138}"/>
          </ac:spMkLst>
        </pc:spChg>
        <pc:spChg chg="add mod">
          <ac:chgData name="Jin young Choi" userId="3348430de398f430" providerId="LiveId" clId="{D6AC804E-3741-4DD9-80FE-E274F04C4594}" dt="2026-08-17T13:45:48.092" v="2005" actId="20577"/>
          <ac:spMkLst>
            <pc:docMk/>
            <pc:sldMk cId="0" sldId="269"/>
            <ac:spMk id="69" creationId="{3E174067-DA51-15CB-63D7-06C0C04ACE4F}"/>
          </ac:spMkLst>
        </pc:spChg>
        <pc:spChg chg="add del mod">
          <ac:chgData name="Jin young Choi" userId="3348430de398f430" providerId="LiveId" clId="{D6AC804E-3741-4DD9-80FE-E274F04C4594}" dt="2026-08-17T13:47:50.271" v="2256" actId="21"/>
          <ac:spMkLst>
            <pc:docMk/>
            <pc:sldMk cId="0" sldId="269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8" creationId="{89DB3948-03B0-B622-696F-C58883CB6978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3" creationId="{C1F53F05-32A7-1D9E-E1FB-D2C670F80836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6" creationId="{3A3D0AB1-0D52-6308-9274-8FDE8470B81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7" creationId="{19298BA0-3EF0-FD84-26CB-61A561FEDA1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8" creationId="{421361EF-0420-DC8F-4D77-5F4E3CB849A5}"/>
          </ac:spMkLst>
        </pc:spChg>
        <pc:grpChg chg="del mod">
          <ac:chgData name="Jin young Choi" userId="3348430de398f430" providerId="LiveId" clId="{D6AC804E-3741-4DD9-80FE-E274F04C4594}" dt="2026-08-17T13:47:00.199" v="2139" actId="21"/>
          <ac:grpSpMkLst>
            <pc:docMk/>
            <pc:sldMk cId="0" sldId="269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47.724" v="3257" actId="207"/>
        <pc:sldMkLst>
          <pc:docMk/>
          <pc:sldMk cId="0" sldId="270"/>
        </pc:sldMkLst>
        <pc:spChg chg="mod">
          <ac:chgData name="Jin young Choi" userId="3348430de398f430" providerId="LiveId" clId="{D6AC804E-3741-4DD9-80FE-E274F04C4594}" dt="2026-08-17T14:19:47.724" v="3257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18.112" v="734" actId="2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21.554" v="735" actId="207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51:27.419" v="2392" actId="478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8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55.115" v="753"/>
          <ac:spMkLst>
            <pc:docMk/>
            <pc:sldMk cId="0" sldId="270"/>
            <ac:spMk id="1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0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5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6:54.012" v="2138" actId="20577"/>
          <ac:spMkLst>
            <pc:docMk/>
            <pc:sldMk cId="0" sldId="270"/>
            <ac:spMk id="29" creationId="{2011A71E-E437-3164-6770-121563AE4C65}"/>
          </ac:spMkLst>
        </pc:spChg>
        <pc:spChg chg="add mod">
          <ac:chgData name="Jin young Choi" userId="3348430de398f430" providerId="LiveId" clId="{D6AC804E-3741-4DD9-80FE-E274F04C4594}" dt="2026-08-17T13:47:35.906" v="2254" actId="20577"/>
          <ac:spMkLst>
            <pc:docMk/>
            <pc:sldMk cId="0" sldId="270"/>
            <ac:spMk id="30" creationId="{054014C3-39BE-AF81-5F08-8771B8E98E33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1" creationId="{BD21F219-6DDE-B90D-976F-75E61CE9D73F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2" creationId="{FF67458B-4035-181A-C13E-D378A1E9265C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4" creationId="{02F7C3C0-2679-5B40-401A-FDD61913E567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5" creationId="{115DF847-2990-3F6D-103E-72814A566FF4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9" creationId="{1C474F5E-68FE-AD4A-7F35-97568112E930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0" creationId="{86364985-DE7F-4BD7-2820-1AEDF4DF5DD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2" creationId="{82E81F44-B487-E574-6CE3-F6B61F42362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4" creationId="{06FA43D1-9E9B-241F-0A69-1CA05F6A4946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9" creationId="{526A7429-CCEE-ED66-B975-351D0209CDF9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0" creationId="{4FA58B49-BAA0-EF8B-C700-8C03A607D243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2" creationId="{307CDF58-1801-8A01-0195-330522B33732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6" creationId="{4630C15A-5045-ACD4-8C77-E9D367F72AD1}"/>
          </ac:spMkLst>
        </pc:spChg>
        <pc:spChg chg="add mod">
          <ac:chgData name="Jin young Choi" userId="3348430de398f430" providerId="LiveId" clId="{D6AC804E-3741-4DD9-80FE-E274F04C4594}" dt="2026-08-17T13:48:16.507" v="2268"/>
          <ac:spMkLst>
            <pc:docMk/>
            <pc:sldMk cId="0" sldId="270"/>
            <ac:spMk id="58" creationId="{47C850F5-22AF-391E-A010-02137865F19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59" creationId="{625CB0AA-4737-4537-47A0-2FD67C146F3C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0" creationId="{14B374EE-A4F9-19A3-AFC2-41B177974E22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1" creationId="{23878B8E-A23F-270F-22D2-81F6587BD4A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2" creationId="{13CA85F3-3F4B-686D-7C01-18523EBC07BD}"/>
          </ac:spMkLst>
        </pc:spChg>
        <pc:spChg chg="add del mod">
          <ac:chgData name="Jin young Choi" userId="3348430de398f430" providerId="LiveId" clId="{D6AC804E-3741-4DD9-80FE-E274F04C4594}" dt="2026-08-17T14:01:53.525" v="2856" actId="478"/>
          <ac:spMkLst>
            <pc:docMk/>
            <pc:sldMk cId="0" sldId="270"/>
            <ac:spMk id="63" creationId="{AC93A30C-BBF0-65A6-9C17-E1D83BD2041F}"/>
          </ac:spMkLst>
        </pc:spChg>
        <pc:spChg chg="add mod">
          <ac:chgData name="Jin young Choi" userId="3348430de398f430" providerId="LiveId" clId="{D6AC804E-3741-4DD9-80FE-E274F04C4594}" dt="2026-08-17T14:05:22.939" v="2965"/>
          <ac:spMkLst>
            <pc:docMk/>
            <pc:sldMk cId="0" sldId="270"/>
            <ac:spMk id="64" creationId="{CDF39B18-E7C2-9EB8-59BB-6F2FB4C1EA19}"/>
          </ac:spMkLst>
        </pc:spChg>
        <pc:spChg chg="add mod">
          <ac:chgData name="Jin young Choi" userId="3348430de398f430" providerId="LiveId" clId="{D6AC804E-3741-4DD9-80FE-E274F04C4594}" dt="2026-08-17T13:47:55.101" v="2258" actId="1076"/>
          <ac:spMkLst>
            <pc:docMk/>
            <pc:sldMk cId="0" sldId="270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5" creationId="{C7E8578E-CAF9-7165-5AA8-28B3D3454A29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52:04.957" v="2491" actId="20577"/>
          <ac:spMkLst>
            <pc:docMk/>
            <pc:sldMk cId="0" sldId="270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5" creationId="{A383AB86-B167-AA72-A374-DC28141A8EAA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1" creationId="{37137C03-8511-9537-9C35-E5503D2EA02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2" creationId="{1B5EEEB8-ECF9-ABE5-3134-87244CB7812D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4" creationId="{A63E176C-07DB-964D-1E1B-240AA4489286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5" creationId="{D74A090D-1DF8-BE8F-6EF4-A2C7AD53872E}"/>
          </ac:spMkLst>
        </pc:spChg>
        <pc:grpChg chg="del">
          <ac:chgData name="Jin young Choi" userId="3348430de398f430" providerId="LiveId" clId="{D6AC804E-3741-4DD9-80FE-E274F04C4594}" dt="2026-08-17T13:52:17.392" v="2492" actId="21"/>
          <ac:grpSpMkLst>
            <pc:docMk/>
            <pc:sldMk cId="0" sldId="270"/>
            <ac:grpSpMk id="84" creationId="{2F65C483-DFE9-4D0A-F8EA-4AD31FE276AF}"/>
          </ac:grpSpMkLst>
        </pc:grpChg>
      </pc:sldChg>
      <pc:sldChg chg="addSp delSp del mod">
        <pc:chgData name="Jin young Choi" userId="3348430de398f430" providerId="LiveId" clId="{D6AC804E-3741-4DD9-80FE-E274F04C4594}" dt="2026-08-17T14:06:08.787" v="2966" actId="2696"/>
        <pc:sldMkLst>
          <pc:docMk/>
          <pc:sldMk cId="0" sldId="271"/>
        </pc:sldMkLst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0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1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2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3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5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6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7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19:58.643" v="3259" actId="207"/>
        <pc:sldMkLst>
          <pc:docMk/>
          <pc:sldMk cId="0" sldId="272"/>
        </pc:sldMkLst>
        <pc:spChg chg="mod">
          <ac:chgData name="Jin young Choi" userId="3348430de398f430" providerId="LiveId" clId="{D6AC804E-3741-4DD9-80FE-E274F04C4594}" dt="2026-08-17T14:17:31.370" v="3235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9.476" v="3237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5.428" v="3236" actId="207"/>
          <ac:spMkLst>
            <pc:docMk/>
            <pc:sldMk cId="0" sldId="27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7:42.752" v="3238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8:18.430" v="3044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3.402" v="3004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1.341" v="3002" actId="2057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4.505" v="3006" actId="2057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37.004" v="299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6.719" v="3008" actId="2057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7.085" v="3022" actId="20577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8.399" v="3010" actId="20577"/>
          <ac:spMkLst>
            <pc:docMk/>
            <pc:sldMk cId="0" sldId="272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46.475" v="3028" actId="20577"/>
          <ac:spMkLst>
            <pc:docMk/>
            <pc:sldMk cId="0" sldId="272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9.996" v="3012" actId="2057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4.704" v="3018" actId="20577"/>
          <ac:spMkLst>
            <pc:docMk/>
            <pc:sldMk cId="0" sldId="272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1.361" v="3014" actId="20577"/>
          <ac:spMkLst>
            <pc:docMk/>
            <pc:sldMk cId="0" sldId="272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56.977" v="3031" actId="6549"/>
          <ac:spMkLst>
            <pc:docMk/>
            <pc:sldMk cId="0" sldId="272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2.391" v="3016" actId="20577"/>
          <ac:spMkLst>
            <pc:docMk/>
            <pc:sldMk cId="0" sldId="272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12.230" v="3024" actId="1076"/>
          <ac:spMkLst>
            <pc:docMk/>
            <pc:sldMk cId="0" sldId="272"/>
            <ac:spMk id="34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27:51.409" v="4582" actId="207"/>
        <pc:sldMkLst>
          <pc:docMk/>
          <pc:sldMk cId="0" sldId="273"/>
        </pc:sldMkLst>
        <pc:spChg chg="mod">
          <ac:chgData name="Jin young Choi" userId="3348430de398f430" providerId="LiveId" clId="{D6AC804E-3741-4DD9-80FE-E274F04C4594}" dt="2026-08-17T14:17:23.561" v="3233" actId="2085"/>
          <ac:spMkLst>
            <pc:docMk/>
            <pc:sldMk cId="0" sldId="27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19.181" v="3172" actId="207"/>
          <ac:spMkLst>
            <pc:docMk/>
            <pc:sldMk cId="0" sldId="27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23.702" v="3173" actId="207"/>
          <ac:spMkLst>
            <pc:docMk/>
            <pc:sldMk cId="0" sldId="27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6:32.538" v="3175" actId="478"/>
          <ac:spMkLst>
            <pc:docMk/>
            <pc:sldMk cId="0" sldId="27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14.204" v="3232" actId="6549"/>
          <ac:spMkLst>
            <pc:docMk/>
            <pc:sldMk cId="0" sldId="273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51.409" v="4582" actId="207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51.409" v="4582" actId="20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39.429" v="3090"/>
          <ac:spMkLst>
            <pc:docMk/>
            <pc:sldMk cId="0" sldId="273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2.578" v="3092" actId="2057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6.648" v="3094" actId="2057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9.586" v="3096" actId="20577"/>
          <ac:spMkLst>
            <pc:docMk/>
            <pc:sldMk cId="0" sldId="273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2.489" v="3098" actId="20577"/>
          <ac:spMkLst>
            <pc:docMk/>
            <pc:sldMk cId="0" sldId="273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6.641" v="3100" actId="20577"/>
          <ac:spMkLst>
            <pc:docMk/>
            <pc:sldMk cId="0" sldId="273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9.786" v="3102" actId="20577"/>
          <ac:spMkLst>
            <pc:docMk/>
            <pc:sldMk cId="0" sldId="273"/>
            <ac:spMk id="2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4:16:08.348" v="3171" actId="1076"/>
          <ac:spMkLst>
            <pc:docMk/>
            <pc:sldMk cId="0" sldId="273"/>
            <ac:spMk id="32" creationId="{6DAF6051-7D95-7C91-5831-98C00DD1D1D1}"/>
          </ac:spMkLst>
        </pc:spChg>
        <pc:picChg chg="add mod">
          <ac:chgData name="Jin young Choi" userId="3348430de398f430" providerId="LiveId" clId="{D6AC804E-3741-4DD9-80FE-E274F04C4594}" dt="2026-08-17T14:14:14.692" v="3067" actId="1076"/>
          <ac:picMkLst>
            <pc:docMk/>
            <pc:sldMk cId="0" sldId="273"/>
            <ac:picMk id="31" creationId="{7AC396A5-4904-7923-24CC-8400E2C74C43}"/>
          </ac:picMkLst>
        </pc:picChg>
      </pc:sldChg>
      <pc:sldChg chg="delSp modSp mod">
        <pc:chgData name="Jin young Choi" userId="3348430de398f430" providerId="LiveId" clId="{D6AC804E-3741-4DD9-80FE-E274F04C4594}" dt="2026-08-17T16:38:47.426" v="4925" actId="1076"/>
        <pc:sldMkLst>
          <pc:docMk/>
          <pc:sldMk cId="0" sldId="274"/>
        </pc:sldMkLst>
        <pc:spChg chg="mod">
          <ac:chgData name="Jin young Choi" userId="3348430de398f430" providerId="LiveId" clId="{D6AC804E-3741-4DD9-80FE-E274F04C4594}" dt="2026-08-17T14:18:11.413" v="3243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54.396" v="3239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01.095" v="3240" actId="207"/>
          <ac:spMkLst>
            <pc:docMk/>
            <pc:sldMk cId="0" sldId="274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8:06.840" v="3241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7:41.347" v="4918" actId="2057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26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27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28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2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21.562" v="4924" actId="107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21.562" v="4924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21.562" v="4924" actId="1076"/>
          <ac:spMkLst>
            <pc:docMk/>
            <pc:sldMk cId="0" sldId="274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34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6:44:34.093" v="4992"/>
        <pc:sldMkLst>
          <pc:docMk/>
          <pc:sldMk cId="0" sldId="275"/>
        </pc:sldMkLst>
        <pc:spChg chg="mod">
          <ac:chgData name="Jin young Choi" userId="3348430de398f430" providerId="LiveId" clId="{D6AC804E-3741-4DD9-80FE-E274F04C4594}" dt="2026-08-17T14:22:33.196" v="3302" actId="2085"/>
          <ac:spMkLst>
            <pc:docMk/>
            <pc:sldMk cId="0" sldId="27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30.850" v="3264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24.653" v="3263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29.146" v="3301" actId="2085"/>
          <ac:spMkLst>
            <pc:docMk/>
            <pc:sldMk cId="0" sldId="275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41:05.643" v="4928" actId="20577"/>
          <ac:spMkLst>
            <pc:docMk/>
            <pc:sldMk cId="0" sldId="275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44:34.093" v="4992"/>
          <ac:spMkLst>
            <pc:docMk/>
            <pc:sldMk cId="0" sldId="275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1:47.780" v="3267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16.142" v="3300" actId="27636"/>
          <ac:spMkLst>
            <pc:docMk/>
            <pc:sldMk cId="0" sldId="275"/>
            <ac:spMk id="15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7:36.272" v="4580" actId="6549"/>
        <pc:sldMkLst>
          <pc:docMk/>
          <pc:sldMk cId="0" sldId="276"/>
        </pc:sldMkLst>
        <pc:spChg chg="mod">
          <ac:chgData name="Jin young Choi" userId="3348430de398f430" providerId="LiveId" clId="{D6AC804E-3741-4DD9-80FE-E274F04C4594}" dt="2026-08-17T14:28:30.538" v="3307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16.197" v="3303" actId="207"/>
          <ac:spMkLst>
            <pc:docMk/>
            <pc:sldMk cId="0" sldId="276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19.483" v="3304" actId="207"/>
          <ac:spMkLst>
            <pc:docMk/>
            <pc:sldMk cId="0" sldId="276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28:23.271" v="3305" actId="478"/>
          <ac:spMkLst>
            <pc:docMk/>
            <pc:sldMk cId="0" sldId="276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38.467" v="4541" actId="11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28.403" v="3507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07.197" v="3524"/>
          <ac:spMkLst>
            <pc:docMk/>
            <pc:sldMk cId="0" sldId="276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40.025" v="3308" actId="122"/>
          <ac:spMkLst>
            <pc:docMk/>
            <pc:sldMk cId="0" sldId="276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9:34.612" v="3328" actId="2057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9:56.212" v="3365"/>
          <ac:spMkLst>
            <pc:docMk/>
            <pc:sldMk cId="0" sldId="276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40.025" v="3308" actId="122"/>
          <ac:spMkLst>
            <pc:docMk/>
            <pc:sldMk cId="0" sldId="276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0:56.134" v="3433" actId="20577"/>
          <ac:spMkLst>
            <pc:docMk/>
            <pc:sldMk cId="0" sldId="276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1:04.563" v="3440" actId="20577"/>
          <ac:spMkLst>
            <pc:docMk/>
            <pc:sldMk cId="0" sldId="276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1:51.141" v="3472" actId="14100"/>
          <ac:spMkLst>
            <pc:docMk/>
            <pc:sldMk cId="0" sldId="276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36.272" v="4580" actId="6549"/>
          <ac:spMkLst>
            <pc:docMk/>
            <pc:sldMk cId="0" sldId="276"/>
            <ac:spMk id="2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4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36:53.365" v="3566" actId="20577"/>
        <pc:sldMkLst>
          <pc:docMk/>
          <pc:sldMk cId="0" sldId="277"/>
        </pc:sldMkLst>
        <pc:spChg chg="mod">
          <ac:chgData name="Jin young Choi" userId="3348430de398f430" providerId="LiveId" clId="{D6AC804E-3741-4DD9-80FE-E274F04C4594}" dt="2026-08-17T14:33:47.725" v="3529" actId="207"/>
          <ac:spMkLst>
            <pc:docMk/>
            <pc:sldMk cId="0" sldId="27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36.126" v="3525" actId="207"/>
          <ac:spMkLst>
            <pc:docMk/>
            <pc:sldMk cId="0" sldId="277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39.373" v="3526" actId="207"/>
          <ac:spMkLst>
            <pc:docMk/>
            <pc:sldMk cId="0" sldId="277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3:42.632" v="3527" actId="478"/>
          <ac:spMkLst>
            <pc:docMk/>
            <pc:sldMk cId="0" sldId="27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5:09.005" v="3561"/>
          <ac:spMkLst>
            <pc:docMk/>
            <pc:sldMk cId="0" sldId="27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6:53.365" v="3566" actId="20577"/>
          <ac:spMkLst>
            <pc:docMk/>
            <pc:sldMk cId="0" sldId="277"/>
            <ac:spMk id="15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38:41.912" v="4613"/>
        <pc:sldMkLst>
          <pc:docMk/>
          <pc:sldMk cId="0" sldId="278"/>
        </pc:sldMkLst>
        <pc:spChg chg="mod">
          <ac:chgData name="Jin young Choi" userId="3348430de398f430" providerId="LiveId" clId="{D6AC804E-3741-4DD9-80FE-E274F04C4594}" dt="2026-08-17T14:53:44.638" v="3912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7:56.788" v="3569" actId="207"/>
          <ac:spMkLst>
            <pc:docMk/>
            <pc:sldMk cId="0" sldId="27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38:41.912" v="4613"/>
          <ac:spMkLst>
            <pc:docMk/>
            <pc:sldMk cId="0" sldId="278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4:49.421" v="3690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1:01.484" v="3583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1:49.640" v="4502" actId="20577"/>
          <ac:spMkLst>
            <pc:docMk/>
            <pc:sldMk cId="0" sldId="278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3:21.597" v="3909" actId="14100"/>
          <ac:spMkLst>
            <pc:docMk/>
            <pc:sldMk cId="0" sldId="278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4:28.958" v="3678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3:28.334" v="3910" actId="113"/>
          <ac:spMkLst>
            <pc:docMk/>
            <pc:sldMk cId="0" sldId="278"/>
            <ac:spMk id="12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9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0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2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5" creationId="{00000000-0000-0000-0000-000000000000}"/>
          </ac:spMkLst>
        </pc:spChg>
        <pc:picChg chg="add del mod">
          <ac:chgData name="Jin young Choi" userId="3348430de398f430" providerId="LiveId" clId="{D6AC804E-3741-4DD9-80FE-E274F04C4594}" dt="2026-08-17T14:42:11.713" v="3586" actId="478"/>
          <ac:picMkLst>
            <pc:docMk/>
            <pc:sldMk cId="0" sldId="278"/>
            <ac:picMk id="28" creationId="{DC3A209E-90E4-4439-71C5-3F7A98939648}"/>
          </ac:picMkLst>
        </pc:picChg>
        <pc:picChg chg="add mod">
          <ac:chgData name="Jin young Choi" userId="3348430de398f430" providerId="LiveId" clId="{D6AC804E-3741-4DD9-80FE-E274F04C4594}" dt="2026-08-17T14:42:15.331" v="3588" actId="1076"/>
          <ac:picMkLst>
            <pc:docMk/>
            <pc:sldMk cId="0" sldId="278"/>
            <ac:picMk id="30" creationId="{B4E9290C-5B63-DD1B-E577-D992A81DAADE}"/>
          </ac:picMkLst>
        </pc:picChg>
        <pc:picChg chg="add mod">
          <ac:chgData name="Jin young Choi" userId="3348430de398f430" providerId="LiveId" clId="{D6AC804E-3741-4DD9-80FE-E274F04C4594}" dt="2026-08-17T14:53:01.629" v="3904" actId="1076"/>
          <ac:picMkLst>
            <pc:docMk/>
            <pc:sldMk cId="0" sldId="278"/>
            <ac:picMk id="32" creationId="{052862E6-707D-6918-7E37-C4F7A39DAA5B}"/>
          </ac:picMkLst>
        </pc:picChg>
      </pc:sldChg>
      <pc:sldChg chg="modSp mod">
        <pc:chgData name="Jin young Choi" userId="3348430de398f430" providerId="LiveId" clId="{D6AC804E-3741-4DD9-80FE-E274F04C4594}" dt="2026-08-17T16:54:23.312" v="5017" actId="20577"/>
        <pc:sldMkLst>
          <pc:docMk/>
          <pc:sldMk cId="0" sldId="279"/>
        </pc:sldMkLst>
        <pc:spChg chg="mod">
          <ac:chgData name="Jin young Choi" userId="3348430de398f430" providerId="LiveId" clId="{D6AC804E-3741-4DD9-80FE-E274F04C4594}" dt="2026-08-17T14:54:01.363" v="3914" actId="2085"/>
          <ac:spMkLst>
            <pc:docMk/>
            <pc:sldMk cId="0" sldId="27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04.288" v="3915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07.263" v="3916" actId="207"/>
          <ac:spMkLst>
            <pc:docMk/>
            <pc:sldMk cId="0" sldId="279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20.002" v="3935" actId="207"/>
          <ac:spMkLst>
            <pc:docMk/>
            <pc:sldMk cId="0" sldId="279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20.002" v="3935" actId="207"/>
          <ac:spMkLst>
            <pc:docMk/>
            <pc:sldMk cId="0" sldId="279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09.718" v="5003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3.937" v="5005" actId="20577"/>
          <ac:spMkLst>
            <pc:docMk/>
            <pc:sldMk cId="0" sldId="27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6.210" v="5007" actId="20577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7.796" v="5009" actId="20577"/>
          <ac:spMkLst>
            <pc:docMk/>
            <pc:sldMk cId="0" sldId="27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9.337" v="5011" actId="20577"/>
          <ac:spMkLst>
            <pc:docMk/>
            <pc:sldMk cId="0" sldId="27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20.643" v="5013" actId="20577"/>
          <ac:spMkLst>
            <pc:docMk/>
            <pc:sldMk cId="0" sldId="27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21.994" v="5015" actId="20577"/>
          <ac:spMkLst>
            <pc:docMk/>
            <pc:sldMk cId="0" sldId="279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23.312" v="5017" actId="20577"/>
          <ac:spMkLst>
            <pc:docMk/>
            <pc:sldMk cId="0" sldId="279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42.150" v="3945"/>
          <ac:spMkLst>
            <pc:docMk/>
            <pc:sldMk cId="0" sldId="279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27.270" v="4158" actId="20577"/>
          <ac:spMkLst>
            <pc:docMk/>
            <pc:sldMk cId="0" sldId="279"/>
            <ac:spMk id="27" creationId="{00000000-0000-0000-0000-000000000000}"/>
          </ac:spMkLst>
        </pc:spChg>
      </pc:sldChg>
      <pc:sldChg chg="delSp modSp del mod">
        <pc:chgData name="Jin young Choi" userId="3348430de398f430" providerId="LiveId" clId="{D6AC804E-3741-4DD9-80FE-E274F04C4594}" dt="2026-08-17T15:38:46.363" v="4614" actId="47"/>
        <pc:sldMkLst>
          <pc:docMk/>
          <pc:sldMk cId="0" sldId="280"/>
        </pc:sldMkLst>
        <pc:spChg chg="mod">
          <ac:chgData name="Jin young Choi" userId="3348430de398f430" providerId="LiveId" clId="{D6AC804E-3741-4DD9-80FE-E274F04C4594}" dt="2026-08-17T15:05:04.752" v="4164" actId="207"/>
          <ac:spMkLst>
            <pc:docMk/>
            <pc:sldMk cId="0" sldId="28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52.321" v="4159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55.827" v="4160" actId="207"/>
          <ac:spMkLst>
            <pc:docMk/>
            <pc:sldMk cId="0" sldId="280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04:59.006" v="4161" actId="478"/>
          <ac:spMkLst>
            <pc:docMk/>
            <pc:sldMk cId="0" sldId="280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23.716" v="4168" actId="207"/>
          <ac:spMkLst>
            <pc:docMk/>
            <pc:sldMk cId="0" sldId="280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23.716" v="4168" actId="207"/>
          <ac:spMkLst>
            <pc:docMk/>
            <pc:sldMk cId="0" sldId="280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6:53:13.594" v="5001" actId="14100"/>
        <pc:sldMkLst>
          <pc:docMk/>
          <pc:sldMk cId="0" sldId="281"/>
        </pc:sldMkLst>
        <pc:spChg chg="mod">
          <ac:chgData name="Jin young Choi" userId="3348430de398f430" providerId="LiveId" clId="{D6AC804E-3741-4DD9-80FE-E274F04C4594}" dt="2026-08-17T15:25:41.121" v="4519" actId="2085"/>
          <ac:spMkLst>
            <pc:docMk/>
            <pc:sldMk cId="0" sldId="281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47.882" v="4521" actId="207"/>
          <ac:spMkLst>
            <pc:docMk/>
            <pc:sldMk cId="0" sldId="281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44.154" v="4520" actId="207"/>
          <ac:spMkLst>
            <pc:docMk/>
            <pc:sldMk cId="0" sldId="281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25:39.734" v="4518" actId="478"/>
          <ac:spMkLst>
            <pc:docMk/>
            <pc:sldMk cId="0" sldId="281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3:13.594" v="5001" actId="14100"/>
          <ac:spMkLst>
            <pc:docMk/>
            <pc:sldMk cId="0" sldId="281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3:04.368" v="4998" actId="20577"/>
          <ac:spMkLst>
            <pc:docMk/>
            <pc:sldMk cId="0" sldId="281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0.210" v="4525" actId="207"/>
          <ac:spMkLst>
            <pc:docMk/>
            <pc:sldMk cId="0" sldId="281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0.210" v="4525" actId="20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9.316" v="4530" actId="20577"/>
          <ac:spMkLst>
            <pc:docMk/>
            <pc:sldMk cId="0" sldId="281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2.283" v="4532" actId="2057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5.586" v="4534" actId="20577"/>
          <ac:spMkLst>
            <pc:docMk/>
            <pc:sldMk cId="0" sldId="281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8.489" v="4536" actId="20577"/>
          <ac:spMkLst>
            <pc:docMk/>
            <pc:sldMk cId="0" sldId="281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20.954" v="4538" actId="20577"/>
          <ac:spMkLst>
            <pc:docMk/>
            <pc:sldMk cId="0" sldId="281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23.536" v="4540" actId="20577"/>
          <ac:spMkLst>
            <pc:docMk/>
            <pc:sldMk cId="0" sldId="281"/>
            <ac:spMk id="22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5:03.838" v="4510" actId="207"/>
        <pc:sldMkLst>
          <pc:docMk/>
          <pc:sldMk cId="0" sldId="282"/>
        </pc:sldMkLst>
        <pc:spChg chg="mod">
          <ac:chgData name="Jin young Choi" userId="3348430de398f430" providerId="LiveId" clId="{D6AC804E-3741-4DD9-80FE-E274F04C4594}" dt="2026-08-17T15:07:52.321" v="4210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8:01.214" v="4212" actId="207"/>
          <ac:spMkLst>
            <pc:docMk/>
            <pc:sldMk cId="0" sldId="28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56.290" v="4211" actId="207"/>
          <ac:spMkLst>
            <pc:docMk/>
            <pc:sldMk cId="0" sldId="28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08:03.967" v="4213" actId="478"/>
          <ac:spMkLst>
            <pc:docMk/>
            <pc:sldMk cId="0" sldId="28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46.155" v="4207" actId="207"/>
          <ac:spMkLst>
            <pc:docMk/>
            <pc:sldMk cId="0" sldId="282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46.155" v="4207" actId="207"/>
          <ac:spMkLst>
            <pc:docMk/>
            <pc:sldMk cId="0" sldId="282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8:08.652" v="4216" actId="20577"/>
          <ac:spMkLst>
            <pc:docMk/>
            <pc:sldMk cId="0" sldId="28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46.119" v="4186" actId="20577"/>
          <ac:spMkLst>
            <pc:docMk/>
            <pc:sldMk cId="0" sldId="28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56.476" v="4193" actId="20577"/>
          <ac:spMkLst>
            <pc:docMk/>
            <pc:sldMk cId="0" sldId="28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59.054" v="4195" actId="20577"/>
          <ac:spMkLst>
            <pc:docMk/>
            <pc:sldMk cId="0" sldId="28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00.965" v="4197" actId="20577"/>
          <ac:spMkLst>
            <pc:docMk/>
            <pc:sldMk cId="0" sldId="28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04.067" v="4199" actId="20577"/>
          <ac:spMkLst>
            <pc:docMk/>
            <pc:sldMk cId="0" sldId="28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9:36.126" v="4317" actId="14100"/>
          <ac:spMkLst>
            <pc:docMk/>
            <pc:sldMk cId="0" sldId="28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9:29.526" v="4316" actId="14100"/>
          <ac:spMkLst>
            <pc:docMk/>
            <pc:sldMk cId="0" sldId="282"/>
            <ac:spMk id="23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5:27.379" v="4515" actId="478"/>
        <pc:sldMkLst>
          <pc:docMk/>
          <pc:sldMk cId="0" sldId="283"/>
        </pc:sldMkLst>
        <pc:spChg chg="mod">
          <ac:chgData name="Jin young Choi" userId="3348430de398f430" providerId="LiveId" clId="{D6AC804E-3741-4DD9-80FE-E274F04C4594}" dt="2026-08-17T15:25:17.751" v="4512" actId="2085"/>
          <ac:spMkLst>
            <pc:docMk/>
            <pc:sldMk cId="0" sldId="28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24.396" v="4514" actId="207"/>
          <ac:spMkLst>
            <pc:docMk/>
            <pc:sldMk cId="0" sldId="28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20.963" v="4513" actId="207"/>
          <ac:spMkLst>
            <pc:docMk/>
            <pc:sldMk cId="0" sldId="28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25:27.379" v="4515" actId="478"/>
          <ac:spMkLst>
            <pc:docMk/>
            <pc:sldMk cId="0" sldId="28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5:03.326" v="4500"/>
          <ac:spMkLst>
            <pc:docMk/>
            <pc:sldMk cId="0" sldId="283"/>
            <ac:spMk id="9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5:52:57.459" v="4804" actId="20577"/>
        <pc:sldMkLst>
          <pc:docMk/>
          <pc:sldMk cId="0" sldId="284"/>
        </pc:sldMkLst>
        <pc:spChg chg="mod">
          <ac:chgData name="Jin young Choi" userId="3348430de398f430" providerId="LiveId" clId="{D6AC804E-3741-4DD9-80FE-E274F04C4594}" dt="2026-08-17T15:24:33.336" v="4506" actId="2085"/>
          <ac:spMkLst>
            <pc:docMk/>
            <pc:sldMk cId="0" sldId="28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26.725" v="4504" actId="207"/>
          <ac:spMkLst>
            <pc:docMk/>
            <pc:sldMk cId="0" sldId="28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30.085" v="4505" actId="207"/>
          <ac:spMkLst>
            <pc:docMk/>
            <pc:sldMk cId="0" sldId="284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50.456" v="4509" actId="207"/>
          <ac:spMkLst>
            <pc:docMk/>
            <pc:sldMk cId="0" sldId="28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50.456" v="4509" actId="207"/>
          <ac:spMkLst>
            <pc:docMk/>
            <pc:sldMk cId="0" sldId="28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27.366" v="4777" actId="20577"/>
          <ac:spMkLst>
            <pc:docMk/>
            <pc:sldMk cId="0" sldId="28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31.664" v="4779" actId="20577"/>
          <ac:spMkLst>
            <pc:docMk/>
            <pc:sldMk cId="0" sldId="284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1.011" v="4798" actId="6549"/>
          <ac:spMkLst>
            <pc:docMk/>
            <pc:sldMk cId="0" sldId="28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4.814" v="4800" actId="20577"/>
          <ac:spMkLst>
            <pc:docMk/>
            <pc:sldMk cId="0" sldId="284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6.046" v="4802" actId="20577"/>
          <ac:spMkLst>
            <pc:docMk/>
            <pc:sldMk cId="0" sldId="284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7.459" v="4804" actId="20577"/>
          <ac:spMkLst>
            <pc:docMk/>
            <pc:sldMk cId="0" sldId="284"/>
            <ac:spMk id="20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14:13.829" v="4427" actId="1035"/>
        <pc:sldMkLst>
          <pc:docMk/>
          <pc:sldMk cId="0" sldId="285"/>
        </pc:sldMkLst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2" creationId="{00000000-0000-0000-0000-000000000000}"/>
          </ac:spMkLst>
        </pc:spChg>
      </pc:sldChg>
      <pc:sldChg chg="addSp delSp modSp new mod">
        <pc:chgData name="Jin young Choi" userId="3348430de398f430" providerId="LiveId" clId="{D6AC804E-3741-4DD9-80FE-E274F04C4594}" dt="2026-08-17T16:24:08.627" v="4907" actId="208"/>
        <pc:sldMkLst>
          <pc:docMk/>
          <pc:sldMk cId="471904006" sldId="287"/>
        </pc:sldMkLst>
        <pc:spChg chg="add mod">
          <ac:chgData name="Jin young Choi" userId="3348430de398f430" providerId="LiveId" clId="{D6AC804E-3741-4DD9-80FE-E274F04C4594}" dt="2026-08-17T15:45:06.917" v="4616"/>
          <ac:spMkLst>
            <pc:docMk/>
            <pc:sldMk cId="471904006" sldId="287"/>
            <ac:spMk id="2" creationId="{FC48493D-D2DA-FF12-3F3A-2E6157A5705D}"/>
          </ac:spMkLst>
        </pc:spChg>
        <pc:spChg chg="add mod">
          <ac:chgData name="Jin young Choi" userId="3348430de398f430" providerId="LiveId" clId="{D6AC804E-3741-4DD9-80FE-E274F04C4594}" dt="2026-08-17T15:45:06.917" v="4616"/>
          <ac:spMkLst>
            <pc:docMk/>
            <pc:sldMk cId="471904006" sldId="287"/>
            <ac:spMk id="3" creationId="{CECEDA15-BCA2-F0DC-2197-EF0118FBDDDB}"/>
          </ac:spMkLst>
        </pc:spChg>
        <pc:spChg chg="add mod">
          <ac:chgData name="Jin young Choi" userId="3348430de398f430" providerId="LiveId" clId="{D6AC804E-3741-4DD9-80FE-E274F04C4594}" dt="2026-08-17T15:46:55.863" v="4672" actId="20577"/>
          <ac:spMkLst>
            <pc:docMk/>
            <pc:sldMk cId="471904006" sldId="287"/>
            <ac:spMk id="4" creationId="{51E65CB5-21EB-722B-56CB-C556910C4C0B}"/>
          </ac:spMkLst>
        </pc:spChg>
        <pc:spChg chg="add del mod">
          <ac:chgData name="Jin young Choi" userId="3348430de398f430" providerId="LiveId" clId="{D6AC804E-3741-4DD9-80FE-E274F04C4594}" dt="2026-08-17T16:22:21.468" v="4896" actId="11529"/>
          <ac:spMkLst>
            <pc:docMk/>
            <pc:sldMk cId="471904006" sldId="287"/>
            <ac:spMk id="5" creationId="{CCC0A254-6D86-ADF6-552F-21A9F186B20A}"/>
          </ac:spMkLst>
        </pc:spChg>
        <pc:spChg chg="add mod">
          <ac:chgData name="Jin young Choi" userId="3348430de398f430" providerId="LiveId" clId="{D6AC804E-3741-4DD9-80FE-E274F04C4594}" dt="2026-08-17T15:46:50.376" v="4655"/>
          <ac:spMkLst>
            <pc:docMk/>
            <pc:sldMk cId="471904006" sldId="287"/>
            <ac:spMk id="9" creationId="{0658EA58-A06A-702B-709A-6F8F0A0E241D}"/>
          </ac:spMkLst>
        </pc:spChg>
        <pc:spChg chg="add mod">
          <ac:chgData name="Jin young Choi" userId="3348430de398f430" providerId="LiveId" clId="{D6AC804E-3741-4DD9-80FE-E274F04C4594}" dt="2026-08-17T15:47:09.152" v="4685"/>
          <ac:spMkLst>
            <pc:docMk/>
            <pc:sldMk cId="471904006" sldId="287"/>
            <ac:spMk id="10" creationId="{A4D50B31-119D-18DF-C710-ABC5686B5E75}"/>
          </ac:spMkLst>
        </pc:spChg>
        <pc:spChg chg="add mod">
          <ac:chgData name="Jin young Choi" userId="3348430de398f430" providerId="LiveId" clId="{D6AC804E-3741-4DD9-80FE-E274F04C4594}" dt="2026-08-17T16:24:08.627" v="4907" actId="208"/>
          <ac:spMkLst>
            <pc:docMk/>
            <pc:sldMk cId="471904006" sldId="287"/>
            <ac:spMk id="12" creationId="{A7914BDD-8C5D-FFF3-490B-345501093D32}"/>
          </ac:spMkLst>
        </pc:spChg>
        <pc:grpChg chg="add mod">
          <ac:chgData name="Jin young Choi" userId="3348430de398f430" providerId="LiveId" clId="{D6AC804E-3741-4DD9-80FE-E274F04C4594}" dt="2026-08-17T16:23:53.885" v="4906" actId="164"/>
          <ac:grpSpMkLst>
            <pc:docMk/>
            <pc:sldMk cId="471904006" sldId="287"/>
            <ac:grpSpMk id="15" creationId="{EA8A0236-786D-8463-4078-461715FD56CC}"/>
          </ac:grpSpMkLst>
        </pc:grpChg>
        <pc:picChg chg="add del mod">
          <ac:chgData name="Jin young Choi" userId="3348430de398f430" providerId="LiveId" clId="{D6AC804E-3741-4DD9-80FE-E274F04C4594}" dt="2026-08-17T16:23:31.856" v="4899" actId="478"/>
          <ac:picMkLst>
            <pc:docMk/>
            <pc:sldMk cId="471904006" sldId="287"/>
            <ac:picMk id="6" creationId="{941E6B6A-DD2B-CECE-6774-21068EC8BC3B}"/>
          </ac:picMkLst>
        </pc:picChg>
        <pc:picChg chg="add mod">
          <ac:chgData name="Jin young Choi" userId="3348430de398f430" providerId="LiveId" clId="{D6AC804E-3741-4DD9-80FE-E274F04C4594}" dt="2026-08-17T15:46:14.949" v="4635" actId="1076"/>
          <ac:picMkLst>
            <pc:docMk/>
            <pc:sldMk cId="471904006" sldId="287"/>
            <ac:picMk id="8" creationId="{930F35FF-7DE0-7FCF-985F-FEF9D99C83FF}"/>
          </ac:picMkLst>
        </pc:picChg>
        <pc:picChg chg="add del mod">
          <ac:chgData name="Jin young Choi" userId="3348430de398f430" providerId="LiveId" clId="{D6AC804E-3741-4DD9-80FE-E274F04C4594}" dt="2026-08-17T16:22:20.315" v="4892" actId="22"/>
          <ac:picMkLst>
            <pc:docMk/>
            <pc:sldMk cId="471904006" sldId="287"/>
            <ac:picMk id="11" creationId="{B7549A40-5626-20F0-E0FD-92CC0C22E5E8}"/>
          </ac:picMkLst>
        </pc:picChg>
        <pc:picChg chg="add mod">
          <ac:chgData name="Jin young Choi" userId="3348430de398f430" providerId="LiveId" clId="{D6AC804E-3741-4DD9-80FE-E274F04C4594}" dt="2026-08-17T16:23:53.885" v="4906" actId="164"/>
          <ac:picMkLst>
            <pc:docMk/>
            <pc:sldMk cId="471904006" sldId="287"/>
            <ac:picMk id="14" creationId="{9108A0A6-0BD0-4D25-4F2F-46D4ED1BFC59}"/>
          </ac:picMkLst>
        </pc:picChg>
      </pc:sldChg>
      <pc:sldChg chg="addSp delSp modSp add mod">
        <pc:chgData name="Jin young Choi" userId="3348430de398f430" providerId="LiveId" clId="{D6AC804E-3741-4DD9-80FE-E274F04C4594}" dt="2026-08-17T15:47:59.786" v="4725"/>
        <pc:sldMkLst>
          <pc:docMk/>
          <pc:sldMk cId="1684416508" sldId="288"/>
        </pc:sldMkLst>
        <pc:spChg chg="mod">
          <ac:chgData name="Jin young Choi" userId="3348430de398f430" providerId="LiveId" clId="{D6AC804E-3741-4DD9-80FE-E274F04C4594}" dt="2026-08-17T15:47:26.376" v="4697"/>
          <ac:spMkLst>
            <pc:docMk/>
            <pc:sldMk cId="1684416508" sldId="288"/>
            <ac:spMk id="9" creationId="{48DD3692-4812-0883-147D-481952C47A00}"/>
          </ac:spMkLst>
        </pc:spChg>
        <pc:spChg chg="mod">
          <ac:chgData name="Jin young Choi" userId="3348430de398f430" providerId="LiveId" clId="{D6AC804E-3741-4DD9-80FE-E274F04C4594}" dt="2026-08-17T15:47:59.786" v="4725"/>
          <ac:spMkLst>
            <pc:docMk/>
            <pc:sldMk cId="1684416508" sldId="288"/>
            <ac:spMk id="10" creationId="{A528F87B-7EEA-D054-F43F-4790B9A3EBD9}"/>
          </ac:spMkLst>
        </pc:spChg>
        <pc:picChg chg="del">
          <ac:chgData name="Jin young Choi" userId="3348430de398f430" providerId="LiveId" clId="{D6AC804E-3741-4DD9-80FE-E274F04C4594}" dt="2026-08-17T15:47:27.046" v="4698" actId="478"/>
          <ac:picMkLst>
            <pc:docMk/>
            <pc:sldMk cId="1684416508" sldId="288"/>
            <ac:picMk id="6" creationId="{E2DF1114-3B73-472F-705E-A9C9229AB980}"/>
          </ac:picMkLst>
        </pc:picChg>
        <pc:picChg chg="add mod">
          <ac:chgData name="Jin young Choi" userId="3348430de398f430" providerId="LiveId" clId="{D6AC804E-3741-4DD9-80FE-E274F04C4594}" dt="2026-08-17T15:47:37.016" v="4701" actId="14100"/>
          <ac:picMkLst>
            <pc:docMk/>
            <pc:sldMk cId="1684416508" sldId="288"/>
            <ac:picMk id="7" creationId="{20FEEF45-3713-7E6B-71ED-552B2CE49565}"/>
          </ac:picMkLst>
        </pc:picChg>
        <pc:picChg chg="del">
          <ac:chgData name="Jin young Choi" userId="3348430de398f430" providerId="LiveId" clId="{D6AC804E-3741-4DD9-80FE-E274F04C4594}" dt="2026-08-17T15:47:38.725" v="4702" actId="478"/>
          <ac:picMkLst>
            <pc:docMk/>
            <pc:sldMk cId="1684416508" sldId="288"/>
            <ac:picMk id="8" creationId="{6A88055D-695B-2601-2040-81C571AA9C02}"/>
          </ac:picMkLst>
        </pc:picChg>
        <pc:picChg chg="add mod">
          <ac:chgData name="Jin young Choi" userId="3348430de398f430" providerId="LiveId" clId="{D6AC804E-3741-4DD9-80FE-E274F04C4594}" dt="2026-08-17T15:47:47.135" v="4705" actId="14100"/>
          <ac:picMkLst>
            <pc:docMk/>
            <pc:sldMk cId="1684416508" sldId="288"/>
            <ac:picMk id="12" creationId="{84ED0F1E-6C87-BC59-E979-DFD5CFE1B678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7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E9FD-8C0C-300A-B3FC-8DF4DFDF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C5AC4-4630-D72E-343C-E2AC189D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DC805-B7F7-790E-E3C2-B6BFA9442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727E-14FE-699E-BCDA-ADB4FEE64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12680"/>
            <a:ext cx="6556248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SAFETY TRAINING · PROTOTYPE PLAN · v1.0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310394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3933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endParaRPr 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654BC0-E46D-D7F7-1271-2C91935E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68535"/>
              </p:ext>
            </p:extLst>
          </p:nvPr>
        </p:nvGraphicFramePr>
        <p:xfrm>
          <a:off x="502920" y="5743572"/>
          <a:ext cx="6521450" cy="3246644"/>
        </p:xfrm>
        <a:graphic>
          <a:graphicData uri="http://schemas.openxmlformats.org/drawingml/2006/table">
            <a:tbl>
              <a:tblPr/>
              <a:tblGrid>
                <a:gridCol w="1997393">
                  <a:extLst>
                    <a:ext uri="{9D8B030D-6E8A-4147-A177-3AD203B41FA5}">
                      <a16:colId xmlns:a16="http://schemas.microsoft.com/office/drawing/2014/main" val="4046024863"/>
                    </a:ext>
                  </a:extLst>
                </a:gridCol>
                <a:gridCol w="4524057">
                  <a:extLst>
                    <a:ext uri="{9D8B030D-6E8A-4147-A177-3AD203B41FA5}">
                      <a16:colId xmlns:a16="http://schemas.microsoft.com/office/drawing/2014/main" val="2717892577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4906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버전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73984"/>
                  </a:ext>
                </a:extLst>
              </a:tr>
              <a:tr h="696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사전 상세기획서 기반 프로토타입 구현 범위 및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개발 계획 정의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893155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상위 문서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화학물질 안전훈련 </a:t>
                      </a:r>
                      <a:r>
                        <a:rPr lang="en-US" altLang="ko-KR" sz="1400" dirty="0"/>
                        <a:t>VR</a:t>
                      </a:r>
                      <a:r>
                        <a:rPr lang="ko-KR" altLang="en-US" sz="1400" dirty="0"/>
                        <a:t> 상세기획서 </a:t>
                      </a:r>
                      <a:r>
                        <a:rPr lang="en-US" altLang="ko-KR" sz="1400" dirty="0"/>
                        <a:t>HTML</a:t>
                      </a:r>
                      <a:endParaRPr lang="ko-KR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410716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프로토타입 목표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PPE </a:t>
                      </a:r>
                      <a:r>
                        <a:rPr lang="ko-KR" altLang="en-US" sz="1400" dirty="0"/>
                        <a:t>착용 교육 </a:t>
                      </a:r>
                      <a:r>
                        <a:rPr lang="ko-KR" altLang="en-US" sz="1400" dirty="0" err="1"/>
                        <a:t>교육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훈련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테스트모드 전체 흐름 구현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92369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2026.08.17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8197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인팀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Tyche(</a:t>
                      </a:r>
                      <a:r>
                        <a:rPr lang="ko-KR" altLang="en-US" sz="1400" dirty="0" err="1"/>
                        <a:t>티케</a:t>
                      </a:r>
                      <a:r>
                        <a:rPr lang="en-US" altLang="ko-KR" sz="1400" dirty="0"/>
                        <a:t>) • </a:t>
                      </a:r>
                      <a:r>
                        <a:rPr lang="ko-KR" altLang="en-US" sz="1400" dirty="0"/>
                        <a:t>최진영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667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r>
              <a:rPr lang="en-US" dirty="0"/>
              <a:t>1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F5809B1-2FA3-71E5-9166-DDB80FADD041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61670D3-0EE0-7748-6F71-C70273E2B8DC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317584D4-F2B0-F0AE-A7C4-C2E9FB92D6DF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히스토리</a:t>
            </a:r>
            <a:endParaRPr lang="en-US" sz="20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FF87ACA-5AC1-50F4-6DBE-D025ABDD37F8}"/>
              </a:ext>
            </a:extLst>
          </p:cNvPr>
          <p:cNvSpPr/>
          <p:nvPr/>
        </p:nvSpPr>
        <p:spPr>
          <a:xfrm>
            <a:off x="426720" y="483184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2026.07.30</a:t>
            </a:r>
            <a:endParaRPr lang="en-US" sz="18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2E60577E-E1D2-0AC8-961F-86941F2512FE}"/>
              </a:ext>
            </a:extLst>
          </p:cNvPr>
          <p:cNvSpPr/>
          <p:nvPr/>
        </p:nvSpPr>
        <p:spPr>
          <a:xfrm>
            <a:off x="2521266" y="48318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45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EC23C393-D840-1DD6-8E2A-0ABC753B645E}"/>
              </a:ext>
            </a:extLst>
          </p:cNvPr>
          <p:cNvSpPr/>
          <p:nvPr/>
        </p:nvSpPr>
        <p:spPr>
          <a:xfrm>
            <a:off x="426720" y="435085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v0.2   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2026.07.31</a:t>
            </a:r>
            <a:endParaRPr lang="en-US" sz="18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171CD895-D9A1-F0F1-F5C0-0DF69F732D46}"/>
              </a:ext>
            </a:extLst>
          </p:cNvPr>
          <p:cNvSpPr/>
          <p:nvPr/>
        </p:nvSpPr>
        <p:spPr>
          <a:xfrm>
            <a:off x="2521266" y="434535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45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5E27C556-2A3F-E1C0-00B4-E7F2018544B8}"/>
              </a:ext>
            </a:extLst>
          </p:cNvPr>
          <p:cNvSpPr/>
          <p:nvPr/>
        </p:nvSpPr>
        <p:spPr>
          <a:xfrm>
            <a:off x="426720" y="386987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v0.3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2026.08.04</a:t>
            </a:r>
            <a:endParaRPr lang="en-US" sz="18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650CB6-4F51-D19C-E40F-CD546EF65583}"/>
              </a:ext>
            </a:extLst>
          </p:cNvPr>
          <p:cNvSpPr/>
          <p:nvPr/>
        </p:nvSpPr>
        <p:spPr>
          <a:xfrm>
            <a:off x="2521266" y="386408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 </a:t>
            </a:r>
            <a:r>
              <a:rPr lang="en-US" sz="145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3모드, 시간대별 시나리오, TTS, 목차 보완</a:t>
            </a:r>
            <a:endParaRPr lang="en-US" sz="1450" dirty="0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E18A5560-61F1-922B-8F21-1B8B8C993787}"/>
              </a:ext>
            </a:extLst>
          </p:cNvPr>
          <p:cNvSpPr/>
          <p:nvPr/>
        </p:nvSpPr>
        <p:spPr>
          <a:xfrm>
            <a:off x="426720" y="260729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v0.4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2026.08.13</a:t>
            </a:r>
            <a:endParaRPr lang="en-US" sz="1800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ED272FA-5616-F710-EE48-A66CFD144252}"/>
              </a:ext>
            </a:extLst>
          </p:cNvPr>
          <p:cNvSpPr/>
          <p:nvPr/>
        </p:nvSpPr>
        <p:spPr>
          <a:xfrm>
            <a:off x="2521266" y="254693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재정리</a:t>
            </a:r>
            <a:endParaRPr lang="en-US" sz="145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AD82DF2B-9F4B-9C9C-1640-D71948425F58}"/>
              </a:ext>
            </a:extLst>
          </p:cNvPr>
          <p:cNvSpPr/>
          <p:nvPr/>
        </p:nvSpPr>
        <p:spPr>
          <a:xfrm>
            <a:off x="3329940" y="294927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</a:t>
            </a:r>
            <a:endParaRPr lang="en-US" sz="145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4DAB38D4-9415-E84F-75F3-E2B7B72F5D30}"/>
              </a:ext>
            </a:extLst>
          </p:cNvPr>
          <p:cNvSpPr/>
          <p:nvPr/>
        </p:nvSpPr>
        <p:spPr>
          <a:xfrm>
            <a:off x="3329940" y="338382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</a:t>
            </a:r>
            <a:endParaRPr lang="en-US" sz="145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11070AEE-EC09-501B-016C-248A5FCD9C82}"/>
              </a:ext>
            </a:extLst>
          </p:cNvPr>
          <p:cNvSpPr/>
          <p:nvPr/>
        </p:nvSpPr>
        <p:spPr>
          <a:xfrm>
            <a:off x="502920" y="1125889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</a:t>
            </a:r>
            <a:r>
              <a:rPr lang="ko-KR" alt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     </a:t>
            </a:r>
            <a:r>
              <a:rPr lang="ko-KR" alt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           주요 변경 내용 </a:t>
            </a:r>
            <a:endParaRPr lang="en-US" sz="1800" dirty="0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221722A-AFE2-24ED-63B8-6BF3FECF6D34}"/>
              </a:ext>
            </a:extLst>
          </p:cNvPr>
          <p:cNvCxnSpPr>
            <a:cxnSpLocks/>
          </p:cNvCxnSpPr>
          <p:nvPr/>
        </p:nvCxnSpPr>
        <p:spPr>
          <a:xfrm>
            <a:off x="426720" y="1487104"/>
            <a:ext cx="67856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11">
            <a:extLst>
              <a:ext uri="{FF2B5EF4-FFF2-40B4-BE49-F238E27FC236}">
                <a16:creationId xmlns:a16="http://schemas.microsoft.com/office/drawing/2014/main" id="{54261713-E7DE-7982-9FAD-DD7D9B49A8B0}"/>
              </a:ext>
            </a:extLst>
          </p:cNvPr>
          <p:cNvSpPr/>
          <p:nvPr/>
        </p:nvSpPr>
        <p:spPr>
          <a:xfrm>
            <a:off x="426720" y="2144184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v0.5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2026.08.17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66E5ADA-C255-23E7-508E-32D48F66088A}"/>
              </a:ext>
            </a:extLst>
          </p:cNvPr>
          <p:cNvSpPr/>
          <p:nvPr/>
        </p:nvSpPr>
        <p:spPr>
          <a:xfrm>
            <a:off x="426720" y="1686776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2026.08.18</a:t>
            </a:r>
            <a:endParaRPr lang="en-US" sz="18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E6D4A77-4C3C-CC7D-AECA-DA86EBC9F371}"/>
              </a:ext>
            </a:extLst>
          </p:cNvPr>
          <p:cNvSpPr/>
          <p:nvPr/>
        </p:nvSpPr>
        <p:spPr>
          <a:xfrm>
            <a:off x="2521266" y="21432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플로우 수정</a:t>
            </a:r>
            <a:endParaRPr lang="en-US" sz="14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541ABFF-C607-4CBA-1AC2-6FE24214B4A9}"/>
              </a:ext>
            </a:extLst>
          </p:cNvPr>
          <p:cNvSpPr/>
          <p:nvPr/>
        </p:nvSpPr>
        <p:spPr>
          <a:xfrm>
            <a:off x="2521266" y="168485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수정본 제출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9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21" name="Shape 5"/>
          <p:cNvSpPr/>
          <p:nvPr/>
        </p:nvSpPr>
        <p:spPr>
          <a:xfrm>
            <a:off x="594360" y="1143000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6"/>
          <p:cNvSpPr/>
          <p:nvPr/>
        </p:nvSpPr>
        <p:spPr>
          <a:xfrm>
            <a:off x="795528" y="13075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기준</a:t>
            </a: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1895665" y="1379028"/>
            <a:ext cx="3976497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기획 피드백과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프로토타입 개발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씬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PPE 항목과 점검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PPE 학습 루프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Shape 8"/>
          <p:cNvSpPr/>
          <p:nvPr/>
        </p:nvSpPr>
        <p:spPr>
          <a:xfrm>
            <a:off x="594360" y="3132391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9"/>
          <p:cNvSpPr/>
          <p:nvPr/>
        </p:nvSpPr>
        <p:spPr>
          <a:xfrm>
            <a:off x="795528" y="3296983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2309624" y="3346704"/>
            <a:ext cx="377647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공통 조작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교육모드 상세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훈련모드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테스트모드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모드별 정책 비교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Shape 11"/>
          <p:cNvSpPr/>
          <p:nvPr/>
        </p:nvSpPr>
        <p:spPr>
          <a:xfrm>
            <a:off x="594360" y="5121782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12"/>
          <p:cNvSpPr/>
          <p:nvPr/>
        </p:nvSpPr>
        <p:spPr>
          <a:xfrm>
            <a:off x="795528" y="528637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계획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1895665" y="5319521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TTS 선정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TTS 모델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TTS 예산과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TTS 파일 · 이벤트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TTS 이벤트 맵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Shape 14"/>
          <p:cNvSpPr/>
          <p:nvPr/>
        </p:nvSpPr>
        <p:spPr>
          <a:xfrm>
            <a:off x="594360" y="7371206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15"/>
          <p:cNvSpPr/>
          <p:nvPr/>
        </p:nvSpPr>
        <p:spPr>
          <a:xfrm>
            <a:off x="795528" y="753579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검증 계획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2599180" y="7592263"/>
            <a:ext cx="3701607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패널 음성 · 피드백 규칙 / 18 패널·판정 TTS 문구 / 19 HowTo TTS 문구 / 20 구현 구조 계획 / 21 QA 계획 / 22 산출물 계획 / 23 개발 전 체크리스트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91DC3C4-6197-3B80-C6F0-0C14760F1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494898"/>
              </p:ext>
            </p:extLst>
          </p:nvPr>
        </p:nvGraphicFramePr>
        <p:xfrm>
          <a:off x="582880" y="1002920"/>
          <a:ext cx="6355080" cy="8340519"/>
        </p:xfrm>
        <a:graphic>
          <a:graphicData uri="http://schemas.openxmlformats.org/drawingml/2006/table">
            <a:tbl>
              <a:tblPr/>
              <a:tblGrid>
                <a:gridCol w="1676802">
                  <a:extLst>
                    <a:ext uri="{9D8B030D-6E8A-4147-A177-3AD203B41FA5}">
                      <a16:colId xmlns:a16="http://schemas.microsoft.com/office/drawing/2014/main" val="1475643762"/>
                    </a:ext>
                  </a:extLst>
                </a:gridCol>
                <a:gridCol w="4678278">
                  <a:extLst>
                    <a:ext uri="{9D8B030D-6E8A-4147-A177-3AD203B41FA5}">
                      <a16:colId xmlns:a16="http://schemas.microsoft.com/office/drawing/2014/main" val="3265388157"/>
                    </a:ext>
                  </a:extLst>
                </a:gridCol>
              </a:tblGrid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프로젝트명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effectLst/>
                        </a:rPr>
                        <a:t>화학물질 안전훈련 </a:t>
                      </a:r>
                      <a:r>
                        <a:rPr lang="en-US" altLang="ko-KR" sz="1400">
                          <a:effectLst/>
                        </a:rPr>
                        <a:t>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283015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장르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체험형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절차 수행형 화학공장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안전교육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50360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핵심 체험 정의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교육생이 안전문서를 확인하고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보호구와 진입 조건을 판단한 뒤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필요한 조작을 순서대로 수행하면서 안전절차를 몸으로 익히는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인용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절차 훈련 콘텐츠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5260"/>
                  </a:ext>
                </a:extLst>
              </a:tr>
              <a:tr h="555026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전체 기획 구성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PPE </a:t>
                      </a:r>
                      <a:r>
                        <a:rPr lang="ko-KR" altLang="en-US" sz="1400" dirty="0">
                          <a:effectLst/>
                        </a:rPr>
                        <a:t>점검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판정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착용 안전교육 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교육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훈련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테스트 모드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01226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운영 플랫폼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AOS </a:t>
                      </a:r>
                      <a:r>
                        <a:rPr lang="ko-KR" altLang="en-US" sz="1400" dirty="0">
                          <a:effectLst/>
                        </a:rPr>
                        <a:t>기반 </a:t>
                      </a:r>
                      <a:r>
                        <a:rPr lang="en-US" sz="1400" dirty="0">
                          <a:effectLst/>
                        </a:rPr>
                        <a:t>Meta Quest 2 Standalone 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733737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엔진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개발환경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제작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6000.4.8f1/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시연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XR </a:t>
                      </a:r>
                      <a:r>
                        <a:rPr lang="ko-KR" altLang="en-US" sz="1400" b="1" dirty="0">
                          <a:effectLst/>
                        </a:rPr>
                        <a:t>환경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 err="1">
                          <a:effectLst/>
                        </a:rPr>
                        <a:t>OpenXR</a:t>
                      </a:r>
                      <a:r>
                        <a:rPr lang="en-US" sz="1400" dirty="0">
                          <a:effectLst/>
                        </a:rPr>
                        <a:t> 1.17.1 /XR Interaction Toolkit 3.4.1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/XR Hands 1.7.3/Input System 1.19.0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플랫폼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Android / Meta Quest 2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69479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툴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에셋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코드</a:t>
                      </a:r>
                      <a:r>
                        <a:rPr lang="en-US" altLang="ko-KR" sz="1400" dirty="0">
                          <a:effectLst/>
                        </a:rPr>
                        <a:t>: Codex Pro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3D: </a:t>
                      </a:r>
                      <a:r>
                        <a:rPr lang="en-US" altLang="ko-KR" sz="1400" dirty="0" err="1">
                          <a:effectLst/>
                        </a:rPr>
                        <a:t>Tripo</a:t>
                      </a:r>
                      <a:r>
                        <a:rPr lang="en-US" altLang="ko-KR" sz="1400" dirty="0">
                          <a:effectLst/>
                        </a:rPr>
                        <a:t> 3D                 2D/UI: ChatGPT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BGM: Suno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SFX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: Freesound.org       TTS: </a:t>
                      </a:r>
                      <a:r>
                        <a:rPr lang="en-US" altLang="ko-KR" sz="1400" dirty="0" err="1">
                          <a:effectLst/>
                        </a:rPr>
                        <a:t>ElevenLabs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866594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조작 원칙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양손 컨트롤러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>
                          <a:effectLst/>
                        </a:rPr>
                        <a:t>트리거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그립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조이스틱</a:t>
                      </a:r>
                      <a:r>
                        <a:rPr lang="en-US" altLang="ko-KR" sz="1400" dirty="0">
                          <a:effectLst/>
                        </a:rPr>
                        <a:t>, A</a:t>
                      </a:r>
                      <a:r>
                        <a:rPr lang="ko-KR" altLang="en-US" sz="1400" dirty="0">
                          <a:effectLst/>
                        </a:rPr>
                        <a:t>버튼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9495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개발 목표와 </a:t>
                      </a:r>
                      <a:br>
                        <a:rPr lang="en-US" altLang="ko-KR" sz="1400" b="1" dirty="0">
                          <a:solidFill>
                            <a:srgbClr val="36403C"/>
                          </a:solidFill>
                          <a:effectLst/>
                        </a:rPr>
                      </a:b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구현 방식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 개발 프로토타입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교육 핵심 원리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절차는 유지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상세 묘사</a:t>
                      </a:r>
                      <a:r>
                        <a:rPr lang="en-US" altLang="ko-KR" sz="1400" dirty="0">
                          <a:effectLst/>
                        </a:rPr>
                        <a:t> · </a:t>
                      </a:r>
                      <a:r>
                        <a:rPr lang="ko-KR" altLang="en-US" sz="1400" dirty="0">
                          <a:effectLst/>
                        </a:rPr>
                        <a:t>복잡한 물리 </a:t>
                      </a:r>
                      <a:r>
                        <a:rPr lang="en-US" altLang="ko-KR" sz="1400" dirty="0">
                          <a:effectLst/>
                        </a:rPr>
                        <a:t>· NPC · </a:t>
                      </a:r>
                      <a:r>
                        <a:rPr lang="ko-KR" altLang="en-US" sz="1400" dirty="0">
                          <a:effectLst/>
                        </a:rPr>
                        <a:t>실시간 변형은 단순화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474932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1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차 산출물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유니티 프로젝트 폴더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시연포함</a:t>
                      </a:r>
                      <a:r>
                        <a:rPr lang="en-US" altLang="ko-KR" sz="1400" dirty="0">
                          <a:effectLst/>
                        </a:rPr>
                        <a:t>), </a:t>
                      </a:r>
                      <a:r>
                        <a:rPr lang="ko-KR" altLang="en-US" sz="1400" dirty="0">
                          <a:effectLst/>
                        </a:rPr>
                        <a:t>프로토타입 기획서</a:t>
                      </a:r>
                      <a:r>
                        <a:rPr lang="en-US" altLang="ko-KR" sz="1400" dirty="0">
                          <a:effectLst/>
                        </a:rPr>
                        <a:t>, PT</a:t>
                      </a:r>
                      <a:r>
                        <a:rPr lang="ko-KR" altLang="en-US" sz="1400" dirty="0">
                          <a:effectLst/>
                        </a:rPr>
                        <a:t>자료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716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0281-DAB8-3487-CA60-35FC3AFE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C831BE4-1236-21B8-78A5-0BC664BD7D79}"/>
              </a:ext>
            </a:extLst>
          </p:cNvPr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03ABE00-27CD-8153-CEE2-877C69164D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BAD3A34-35BE-B608-ADFA-6C4EC0934F8A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AE7E9E-844D-017D-0BED-7BEE22E39859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91FC5B5-58ED-E283-0615-5B38B75A1477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B7691AE-7CAF-5CB7-7C41-9D4B7111E2F4}"/>
              </a:ext>
            </a:extLst>
          </p:cNvPr>
          <p:cNvSpPr/>
          <p:nvPr/>
        </p:nvSpPr>
        <p:spPr>
          <a:xfrm>
            <a:off x="594360" y="1363092"/>
            <a:ext cx="6355080" cy="4237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3BB71B3-818C-9261-6AD4-A7EEF8931694}"/>
              </a:ext>
            </a:extLst>
          </p:cNvPr>
          <p:cNvSpPr/>
          <p:nvPr/>
        </p:nvSpPr>
        <p:spPr>
          <a:xfrm>
            <a:off x="795528" y="416515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884DD0-50C3-1C7E-E37B-6A5ED5D33049}"/>
              </a:ext>
            </a:extLst>
          </p:cNvPr>
          <p:cNvSpPr/>
          <p:nvPr/>
        </p:nvSpPr>
        <p:spPr>
          <a:xfrm>
            <a:off x="795528" y="4530915"/>
            <a:ext cx="59527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작업에서 PPE는 “착용했다”만으로 충분하지 않다.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조건에 맞는 보호구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인지,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오염은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주의사항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학습하여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ko-KR" altLang="en-US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끝까지 수행할 수 있게 한다</a:t>
            </a:r>
            <a:r>
              <a:rPr lang="en-US" altLang="ko-KR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8A4BA6C7-5614-9528-3A11-EC0A823CE817}"/>
              </a:ext>
            </a:extLst>
          </p:cNvPr>
          <p:cNvSpPr/>
          <p:nvPr/>
        </p:nvSpPr>
        <p:spPr>
          <a:xfrm>
            <a:off x="805053" y="169610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기획 배경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0F94A66-B1AD-5B8F-36B3-3561202AE1FF}"/>
              </a:ext>
            </a:extLst>
          </p:cNvPr>
          <p:cNvSpPr/>
          <p:nvPr/>
        </p:nvSpPr>
        <p:spPr>
          <a:xfrm>
            <a:off x="805053" y="2006535"/>
            <a:ext cx="5952744" cy="5244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TO21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과 연계된 화학물질 산업 재해 교육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VR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중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착용 교육을</a:t>
            </a:r>
            <a:endParaRPr lang="en-US" altLang="ko-KR" sz="14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주제로 선정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진행한다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83F8D33-4360-6ECB-A689-1831428E5E64}"/>
              </a:ext>
            </a:extLst>
          </p:cNvPr>
          <p:cNvSpPr/>
          <p:nvPr/>
        </p:nvSpPr>
        <p:spPr>
          <a:xfrm>
            <a:off x="805053" y="2838589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프로젝트 배경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BBC343F-805C-F0F4-F367-E151731C6BFB}"/>
              </a:ext>
            </a:extLst>
          </p:cNvPr>
          <p:cNvSpPr/>
          <p:nvPr/>
        </p:nvSpPr>
        <p:spPr>
          <a:xfrm>
            <a:off x="805053" y="3204349"/>
            <a:ext cx="5952744" cy="756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위험한 화학물질 환경의 작업자들이 현장에 대한 낮은 경각심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인지 부족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편의에 의한 불완전 또는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미장착으로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인명 사고의 피해를 줄이고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안전하고 쉽게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장착 프로세스를 체득하게 해 현장에서 적응을 높인다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093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피드백과 목표 정의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17352"/>
            <a:ext cx="6355080" cy="17433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976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1 ·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</a:t>
            </a:r>
            <a:r>
              <a:rPr 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1963372"/>
            <a:ext cx="5952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학습 경험으로 설계한다. 교육은 상세 안내, 훈련은 반복 연습, 테스트는 독립 수행 평가가 되어야 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01768"/>
            <a:ext cx="6355080" cy="16853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035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2 · 품질 우선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3969279"/>
            <a:ext cx="5952744" cy="6768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얇고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나열하기보다 사용자가 실제로 시작부터 끝까지 따라갈 수 있는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학습 루트를 명확하게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8EC7479-EE90-43AA-7F93-1021D304319E}"/>
              </a:ext>
            </a:extLst>
          </p:cNvPr>
          <p:cNvSpPr/>
          <p:nvPr/>
        </p:nvSpPr>
        <p:spPr>
          <a:xfrm>
            <a:off x="603885" y="5789437"/>
            <a:ext cx="6355080" cy="3468834"/>
          </a:xfrm>
          <a:prstGeom prst="roundRect">
            <a:avLst>
              <a:gd name="adj" fmla="val 6746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DE955B8-B7C5-BB36-DAE2-E9A6490675E2}"/>
              </a:ext>
            </a:extLst>
          </p:cNvPr>
          <p:cNvSpPr/>
          <p:nvPr/>
        </p:nvSpPr>
        <p:spPr>
          <a:xfrm>
            <a:off x="710755" y="6451063"/>
            <a:ext cx="5989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1500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교육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교육 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수행 → 피드백 →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18324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돌려보며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모드에서는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VR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초보자의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적용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효과의 극대화를 위해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점진적인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F39E7E7-C09E-98D9-61B8-9CAE9ED00BD6}"/>
              </a:ext>
            </a:extLst>
          </p:cNvPr>
          <p:cNvSpPr/>
          <p:nvPr/>
        </p:nvSpPr>
        <p:spPr>
          <a:xfrm>
            <a:off x="805053" y="61100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교육 시스템 기준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개발 범위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72579"/>
            <a:ext cx="12344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72579"/>
            <a:ext cx="51206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2693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2693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진입, 작업 정보 확인, PPE 7종 확인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8128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18128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Grab · 회전 · 결함 확인 · 정상/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3564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73564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선택, 착용 처리,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앞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8999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28999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 ·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오류 해설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84435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435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퀴즈와 결과 요약 화면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9870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439870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외 다른 안전 시나리오 전체 구현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95306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95306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착용 교육 외 시스템 구현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927472"/>
            <a:ext cx="6355080" cy="1797620"/>
          </a:xfrm>
          <a:prstGeom prst="roundRect">
            <a:avLst>
              <a:gd name="adj" fmla="val 5263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624217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6607937"/>
            <a:ext cx="5952744" cy="10055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단계에서는 PPE 착용 교육 루트와 3모드 정책을 설계한다.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프로토타입의 성공 기준은 교육모드를 끊김 없이 완주할 수 있도록 계획을 세우는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구현을 수행한다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8145145"/>
            <a:ext cx="6355080" cy="134061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8406193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" y="8771953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개발 전 계획 문서이므로 실제 구현 완료 여부, 개발 중 변경 사유, 버그 해결 결과는 포함하지 않는다.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48493D-D2DA-FF12-3F3A-2E6157A5705D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CEDA15-BCA2-F0DC-2197-EF0118FBDDDB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65CB5-21EB-722B-56CB-C556910C4C0B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플로우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제외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0F35FF-7DE0-7FCF-985F-FEF9D99C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6291803"/>
            <a:ext cx="6306430" cy="362000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658EA58-A06A-702B-709A-6F8F0A0E241D}"/>
              </a:ext>
            </a:extLst>
          </p:cNvPr>
          <p:cNvSpPr/>
          <p:nvPr/>
        </p:nvSpPr>
        <p:spPr>
          <a:xfrm>
            <a:off x="795528" y="102096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4D50B31-119D-18DF-C710-ABC5686B5E75}"/>
              </a:ext>
            </a:extLst>
          </p:cNvPr>
          <p:cNvSpPr/>
          <p:nvPr/>
        </p:nvSpPr>
        <p:spPr>
          <a:xfrm>
            <a:off x="795528" y="586203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7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8A0236-786D-8463-4078-461715FD56CC}"/>
              </a:ext>
            </a:extLst>
          </p:cNvPr>
          <p:cNvGrpSpPr/>
          <p:nvPr/>
        </p:nvGrpSpPr>
        <p:grpSpPr>
          <a:xfrm>
            <a:off x="754380" y="1603008"/>
            <a:ext cx="6306430" cy="3620005"/>
            <a:chOff x="754380" y="1603008"/>
            <a:chExt cx="6306430" cy="362000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7914BDD-8C5D-FFF3-490B-345501093D32}"/>
                </a:ext>
              </a:extLst>
            </p:cNvPr>
            <p:cNvSpPr/>
            <p:nvPr/>
          </p:nvSpPr>
          <p:spPr>
            <a:xfrm>
              <a:off x="754380" y="1603008"/>
              <a:ext cx="6306430" cy="36200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108A0A6-0BD0-4D25-4F2F-46D4ED1BF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0540" y="2421279"/>
              <a:ext cx="2934109" cy="2162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190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795E-D40C-0FEF-9AD7-422A46A8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5FF81E-A9A4-C924-06CE-E8816CB8ECDD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AA27D-5F90-281A-FCD9-9B9506107C95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6DA2B2-E024-29DB-C781-2A2059C713E5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플로우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제외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8DD3692-4812-0883-147D-481952C47A00}"/>
              </a:ext>
            </a:extLst>
          </p:cNvPr>
          <p:cNvSpPr/>
          <p:nvPr/>
        </p:nvSpPr>
        <p:spPr>
          <a:xfrm>
            <a:off x="795528" y="102096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528F87B-7EEA-D054-F43F-4790B9A3EBD9}"/>
              </a:ext>
            </a:extLst>
          </p:cNvPr>
          <p:cNvSpPr/>
          <p:nvPr/>
        </p:nvSpPr>
        <p:spPr>
          <a:xfrm>
            <a:off x="795528" y="572487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PPE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</a:t>
            </a:r>
            <a:endParaRPr lang="en-US" sz="17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0FEEF45-3713-7E6B-71ED-552B2CE4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450728"/>
            <a:ext cx="6165689" cy="33758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4ED0F1E-6C87-BC59-E979-DFD5CFE1B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6211952"/>
            <a:ext cx="6165689" cy="343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1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항목과 점검 기준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41135"/>
            <a:ext cx="141732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941135"/>
            <a:ext cx="512064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중 확인할 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41551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41551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적합성, 지퍼와 목 부분 밀폐, 찢김/오염 여부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12722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1912722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찢김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구멍, 오염, 손목 연결부 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04249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249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연결, 장화 안으로 액체 유입 가능성, 미끄럼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8701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호흡보호구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288701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방향, 밀착 상태, 연결부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84223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384223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고정, 턱끈/착용 위치, 시야 방해 여부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8142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88142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/허리끈 밀착, 호스 걸림 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6419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36419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장갑·방호복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 틈, 너무 느슨하거나 과한 감김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888581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기준은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육안 검증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내용이 포함되어 있습니다</a:t>
            </a:r>
            <a:r>
              <a:rPr lang="en-US" altLang="ko-KR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68229F-C2A1-A52B-5FAB-A0EC80A0F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76"/>
          <a:stretch>
            <a:fillRect/>
          </a:stretch>
        </p:blipFill>
        <p:spPr>
          <a:xfrm>
            <a:off x="582880" y="5846460"/>
            <a:ext cx="6355080" cy="39559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65036F90-2938-35BA-A3AF-208F6536D707}"/>
              </a:ext>
            </a:extLst>
          </p:cNvPr>
          <p:cNvSpPr/>
          <p:nvPr/>
        </p:nvSpPr>
        <p:spPr>
          <a:xfrm>
            <a:off x="594360" y="5387767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별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TTS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교육 멘트 중 발췌 ▼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학습 루프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250442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루트 안에서 확인 · 판단 · 착용 · 복습을 연결한다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14E93AC-01E9-B9C3-454D-D72609F4B441}"/>
              </a:ext>
            </a:extLst>
          </p:cNvPr>
          <p:cNvGrpSpPr/>
          <p:nvPr/>
        </p:nvGrpSpPr>
        <p:grpSpPr>
          <a:xfrm>
            <a:off x="502920" y="2050988"/>
            <a:ext cx="347472" cy="347472"/>
            <a:chOff x="502920" y="2050988"/>
            <a:chExt cx="347472" cy="347472"/>
          </a:xfrm>
        </p:grpSpPr>
        <p:sp>
          <p:nvSpPr>
            <p:cNvPr id="7" name="Shape 5"/>
            <p:cNvSpPr/>
            <p:nvPr/>
          </p:nvSpPr>
          <p:spPr>
            <a:xfrm>
              <a:off x="502920" y="2050988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02920" y="214242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987552" y="210395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2098274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장소와 위험 정보를 확인한다.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87552" y="257144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확인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2538621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PPE 7종과 착용 목적을 확인한다.</a:t>
            </a:r>
            <a:endParaRPr lang="en-US" sz="145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688EF9D-9CE4-BCD4-67B3-184BA5EC0B6C}"/>
              </a:ext>
            </a:extLst>
          </p:cNvPr>
          <p:cNvGrpSpPr/>
          <p:nvPr/>
        </p:nvGrpSpPr>
        <p:grpSpPr>
          <a:xfrm>
            <a:off x="502920" y="2976230"/>
            <a:ext cx="347472" cy="347472"/>
            <a:chOff x="502920" y="2975358"/>
            <a:chExt cx="347472" cy="347472"/>
          </a:xfrm>
        </p:grpSpPr>
        <p:sp>
          <p:nvSpPr>
            <p:cNvPr id="15" name="Shape 13"/>
            <p:cNvSpPr/>
            <p:nvPr/>
          </p:nvSpPr>
          <p:spPr>
            <a:xfrm>
              <a:off x="502920" y="2975358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02920" y="306679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17" name="Text 15"/>
          <p:cNvSpPr/>
          <p:nvPr/>
        </p:nvSpPr>
        <p:spPr>
          <a:xfrm>
            <a:off x="987552" y="303893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집기 · 점검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2032" y="2978968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 잡고 회전해 결함 포인트를 본다.</a:t>
            </a:r>
            <a:endParaRPr lang="en-US" sz="145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D930DB5-3D80-8956-3C0C-451EC7C7CFCE}"/>
              </a:ext>
            </a:extLst>
          </p:cNvPr>
          <p:cNvGrpSpPr/>
          <p:nvPr/>
        </p:nvGrpSpPr>
        <p:grpSpPr>
          <a:xfrm>
            <a:off x="502920" y="3438851"/>
            <a:ext cx="347472" cy="347472"/>
            <a:chOff x="502920" y="3414270"/>
            <a:chExt cx="347472" cy="347472"/>
          </a:xfrm>
        </p:grpSpPr>
        <p:sp>
          <p:nvSpPr>
            <p:cNvPr id="19" name="Shape 17"/>
            <p:cNvSpPr/>
            <p:nvPr/>
          </p:nvSpPr>
          <p:spPr>
            <a:xfrm>
              <a:off x="502920" y="3414270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02920" y="3505710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1" name="Text 19"/>
          <p:cNvSpPr/>
          <p:nvPr/>
        </p:nvSpPr>
        <p:spPr>
          <a:xfrm>
            <a:off x="987552" y="3506431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42032" y="3419315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정상 또는 결함을 판정한다.</a:t>
            </a:r>
            <a:endParaRPr lang="en-US" sz="145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FC0FC18-ACFE-FB37-176E-7CDFB8F8586A}"/>
              </a:ext>
            </a:extLst>
          </p:cNvPr>
          <p:cNvGrpSpPr/>
          <p:nvPr/>
        </p:nvGrpSpPr>
        <p:grpSpPr>
          <a:xfrm>
            <a:off x="502920" y="3901471"/>
            <a:ext cx="347472" cy="347472"/>
            <a:chOff x="502920" y="3915917"/>
            <a:chExt cx="347472" cy="347472"/>
          </a:xfrm>
        </p:grpSpPr>
        <p:sp>
          <p:nvSpPr>
            <p:cNvPr id="23" name="Shape 21"/>
            <p:cNvSpPr/>
            <p:nvPr/>
          </p:nvSpPr>
          <p:spPr>
            <a:xfrm>
              <a:off x="502920" y="3915917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02920" y="4007357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5" name="Text 23"/>
          <p:cNvSpPr/>
          <p:nvPr/>
        </p:nvSpPr>
        <p:spPr>
          <a:xfrm>
            <a:off x="987552" y="397392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42032" y="3859662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PPE를 착용하고 상태를 기록한다.</a:t>
            </a:r>
            <a:endParaRPr lang="en-US" sz="145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D7AB804-881C-C4BF-8A72-D15B32AF48F7}"/>
              </a:ext>
            </a:extLst>
          </p:cNvPr>
          <p:cNvGrpSpPr/>
          <p:nvPr/>
        </p:nvGrpSpPr>
        <p:grpSpPr>
          <a:xfrm>
            <a:off x="502920" y="4364092"/>
            <a:ext cx="347472" cy="347472"/>
            <a:chOff x="502920" y="4356961"/>
            <a:chExt cx="347472" cy="347472"/>
          </a:xfrm>
        </p:grpSpPr>
        <p:sp>
          <p:nvSpPr>
            <p:cNvPr id="27" name="Shape 25"/>
            <p:cNvSpPr/>
            <p:nvPr/>
          </p:nvSpPr>
          <p:spPr>
            <a:xfrm>
              <a:off x="502920" y="435696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02920" y="444840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6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9" name="Text 27"/>
          <p:cNvSpPr/>
          <p:nvPr/>
        </p:nvSpPr>
        <p:spPr>
          <a:xfrm>
            <a:off x="987552" y="444141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42032" y="4300009"/>
            <a:ext cx="4684268" cy="37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확인 여부를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95BB520-DAB5-5B80-DC3F-93CF1EAADB7A}"/>
              </a:ext>
            </a:extLst>
          </p:cNvPr>
          <p:cNvGrpSpPr/>
          <p:nvPr/>
        </p:nvGrpSpPr>
        <p:grpSpPr>
          <a:xfrm>
            <a:off x="502920" y="4826711"/>
            <a:ext cx="347472" cy="347472"/>
            <a:chOff x="502920" y="4826711"/>
            <a:chExt cx="347472" cy="347472"/>
          </a:xfrm>
        </p:grpSpPr>
        <p:sp>
          <p:nvSpPr>
            <p:cNvPr id="31" name="Shape 29"/>
            <p:cNvSpPr/>
            <p:nvPr/>
          </p:nvSpPr>
          <p:spPr>
            <a:xfrm>
              <a:off x="502920" y="482671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502920" y="491815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sp>
        <p:nvSpPr>
          <p:cNvPr id="33" name="Text 31"/>
          <p:cNvSpPr/>
          <p:nvPr/>
        </p:nvSpPr>
        <p:spPr>
          <a:xfrm>
            <a:off x="987552" y="490890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542032" y="4798720"/>
            <a:ext cx="4684268" cy="4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내용 기반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수칙을 짧은 문제로 복습한다.</a:t>
            </a:r>
            <a:endParaRPr lang="en-US" sz="14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7920184-7268-348B-2550-60DB6A4DDE4C}"/>
              </a:ext>
            </a:extLst>
          </p:cNvPr>
          <p:cNvGrpSpPr/>
          <p:nvPr/>
        </p:nvGrpSpPr>
        <p:grpSpPr>
          <a:xfrm>
            <a:off x="502920" y="2513609"/>
            <a:ext cx="347472" cy="347472"/>
            <a:chOff x="502920" y="2506702"/>
            <a:chExt cx="347472" cy="347472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5550CBA0-620F-0FCA-C3F0-492692EB596D}"/>
                </a:ext>
              </a:extLst>
            </p:cNvPr>
            <p:cNvSpPr/>
            <p:nvPr/>
          </p:nvSpPr>
          <p:spPr>
            <a:xfrm>
              <a:off x="502920" y="2506702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40" name="Text 6">
              <a:extLst>
                <a:ext uri="{FF2B5EF4-FFF2-40B4-BE49-F238E27FC236}">
                  <a16:creationId xmlns:a16="http://schemas.microsoft.com/office/drawing/2014/main" id="{3F06B648-6DA7-1407-516D-867788571D96}"/>
                </a:ext>
              </a:extLst>
            </p:cNvPr>
            <p:cNvSpPr/>
            <p:nvPr/>
          </p:nvSpPr>
          <p:spPr>
            <a:xfrm>
              <a:off x="502920" y="261185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04D6416-E581-1650-9FA0-48D0A028CC4E}"/>
              </a:ext>
            </a:extLst>
          </p:cNvPr>
          <p:cNvCxnSpPr/>
          <p:nvPr/>
        </p:nvCxnSpPr>
        <p:spPr>
          <a:xfrm>
            <a:off x="406400" y="1739900"/>
            <a:ext cx="68199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07573DF-C326-0D94-1192-23C8EC7F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09" y="5543337"/>
            <a:ext cx="6457669" cy="3966606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7EB1248A-C446-585A-986C-F490C8D98EF4}"/>
              </a:ext>
            </a:extLst>
          </p:cNvPr>
          <p:cNvGrpSpPr/>
          <p:nvPr/>
        </p:nvGrpSpPr>
        <p:grpSpPr>
          <a:xfrm>
            <a:off x="1950720" y="6965711"/>
            <a:ext cx="347472" cy="347472"/>
            <a:chOff x="502920" y="2050988"/>
            <a:chExt cx="347472" cy="347472"/>
          </a:xfrm>
        </p:grpSpPr>
        <p:sp>
          <p:nvSpPr>
            <p:cNvPr id="51" name="Shape 5">
              <a:extLst>
                <a:ext uri="{FF2B5EF4-FFF2-40B4-BE49-F238E27FC236}">
                  <a16:creationId xmlns:a16="http://schemas.microsoft.com/office/drawing/2014/main" id="{FD787E0D-36F2-7C98-CDCA-174662691497}"/>
                </a:ext>
              </a:extLst>
            </p:cNvPr>
            <p:cNvSpPr/>
            <p:nvPr/>
          </p:nvSpPr>
          <p:spPr>
            <a:xfrm>
              <a:off x="502920" y="2050988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6BC980CC-8B37-E77E-9422-477B7E50068C}"/>
                </a:ext>
              </a:extLst>
            </p:cNvPr>
            <p:cNvSpPr/>
            <p:nvPr/>
          </p:nvSpPr>
          <p:spPr>
            <a:xfrm>
              <a:off x="502920" y="214242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0F8D49E-F978-4E36-58E4-CFF0B828E398}"/>
              </a:ext>
            </a:extLst>
          </p:cNvPr>
          <p:cNvGrpSpPr/>
          <p:nvPr/>
        </p:nvGrpSpPr>
        <p:grpSpPr>
          <a:xfrm>
            <a:off x="3013398" y="6435429"/>
            <a:ext cx="347472" cy="347472"/>
            <a:chOff x="502920" y="2975358"/>
            <a:chExt cx="347472" cy="347472"/>
          </a:xfrm>
        </p:grpSpPr>
        <p:sp>
          <p:nvSpPr>
            <p:cNvPr id="54" name="Shape 13">
              <a:extLst>
                <a:ext uri="{FF2B5EF4-FFF2-40B4-BE49-F238E27FC236}">
                  <a16:creationId xmlns:a16="http://schemas.microsoft.com/office/drawing/2014/main" id="{E97966F1-F9B0-787E-1462-11E3591E2444}"/>
                </a:ext>
              </a:extLst>
            </p:cNvPr>
            <p:cNvSpPr/>
            <p:nvPr/>
          </p:nvSpPr>
          <p:spPr>
            <a:xfrm>
              <a:off x="502920" y="2975358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5" name="Text 14">
              <a:extLst>
                <a:ext uri="{FF2B5EF4-FFF2-40B4-BE49-F238E27FC236}">
                  <a16:creationId xmlns:a16="http://schemas.microsoft.com/office/drawing/2014/main" id="{7A14088D-2C9F-4226-2712-9046EB4C3A9B}"/>
                </a:ext>
              </a:extLst>
            </p:cNvPr>
            <p:cNvSpPr/>
            <p:nvPr/>
          </p:nvSpPr>
          <p:spPr>
            <a:xfrm>
              <a:off x="502920" y="306679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9B9D5B-7437-9274-D4F5-2C8950FC75B0}"/>
              </a:ext>
            </a:extLst>
          </p:cNvPr>
          <p:cNvGrpSpPr/>
          <p:nvPr/>
        </p:nvGrpSpPr>
        <p:grpSpPr>
          <a:xfrm>
            <a:off x="3393707" y="6435429"/>
            <a:ext cx="347472" cy="347472"/>
            <a:chOff x="502920" y="3414270"/>
            <a:chExt cx="347472" cy="347472"/>
          </a:xfrm>
        </p:grpSpPr>
        <p:sp>
          <p:nvSpPr>
            <p:cNvPr id="57" name="Shape 17">
              <a:extLst>
                <a:ext uri="{FF2B5EF4-FFF2-40B4-BE49-F238E27FC236}">
                  <a16:creationId xmlns:a16="http://schemas.microsoft.com/office/drawing/2014/main" id="{6E653F02-1D59-76CA-D67C-E8DB92C2CD94}"/>
                </a:ext>
              </a:extLst>
            </p:cNvPr>
            <p:cNvSpPr/>
            <p:nvPr/>
          </p:nvSpPr>
          <p:spPr>
            <a:xfrm>
              <a:off x="502920" y="3414270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8" name="Text 18">
              <a:extLst>
                <a:ext uri="{FF2B5EF4-FFF2-40B4-BE49-F238E27FC236}">
                  <a16:creationId xmlns:a16="http://schemas.microsoft.com/office/drawing/2014/main" id="{E44ECD40-91AF-9903-0A08-222F600AF035}"/>
                </a:ext>
              </a:extLst>
            </p:cNvPr>
            <p:cNvSpPr/>
            <p:nvPr/>
          </p:nvSpPr>
          <p:spPr>
            <a:xfrm>
              <a:off x="502920" y="3505710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97C96F0-1D80-BAE4-430C-EDE988492850}"/>
              </a:ext>
            </a:extLst>
          </p:cNvPr>
          <p:cNvGrpSpPr/>
          <p:nvPr/>
        </p:nvGrpSpPr>
        <p:grpSpPr>
          <a:xfrm>
            <a:off x="3774015" y="6435429"/>
            <a:ext cx="347472" cy="347472"/>
            <a:chOff x="502920" y="3915917"/>
            <a:chExt cx="347472" cy="347472"/>
          </a:xfrm>
        </p:grpSpPr>
        <p:sp>
          <p:nvSpPr>
            <p:cNvPr id="60" name="Shape 21">
              <a:extLst>
                <a:ext uri="{FF2B5EF4-FFF2-40B4-BE49-F238E27FC236}">
                  <a16:creationId xmlns:a16="http://schemas.microsoft.com/office/drawing/2014/main" id="{B73C208E-3D60-BCA8-4CA3-25249E8A446E}"/>
                </a:ext>
              </a:extLst>
            </p:cNvPr>
            <p:cNvSpPr/>
            <p:nvPr/>
          </p:nvSpPr>
          <p:spPr>
            <a:xfrm>
              <a:off x="502920" y="3915917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02BA1D2-5A0C-7141-B809-36627952DB4E}"/>
                </a:ext>
              </a:extLst>
            </p:cNvPr>
            <p:cNvSpPr/>
            <p:nvPr/>
          </p:nvSpPr>
          <p:spPr>
            <a:xfrm>
              <a:off x="502920" y="4007357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3E2551B-AF43-1C9F-8C73-B62CE23B6BBE}"/>
              </a:ext>
            </a:extLst>
          </p:cNvPr>
          <p:cNvGrpSpPr/>
          <p:nvPr/>
        </p:nvGrpSpPr>
        <p:grpSpPr>
          <a:xfrm>
            <a:off x="5118735" y="6421611"/>
            <a:ext cx="347472" cy="347472"/>
            <a:chOff x="502920" y="4356961"/>
            <a:chExt cx="347472" cy="347472"/>
          </a:xfrm>
        </p:grpSpPr>
        <p:sp>
          <p:nvSpPr>
            <p:cNvPr id="63" name="Shape 25">
              <a:extLst>
                <a:ext uri="{FF2B5EF4-FFF2-40B4-BE49-F238E27FC236}">
                  <a16:creationId xmlns:a16="http://schemas.microsoft.com/office/drawing/2014/main" id="{0149389D-7AD6-E50B-A784-61BDE34F1449}"/>
                </a:ext>
              </a:extLst>
            </p:cNvPr>
            <p:cNvSpPr/>
            <p:nvPr/>
          </p:nvSpPr>
          <p:spPr>
            <a:xfrm>
              <a:off x="502920" y="435696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4" name="Text 26">
              <a:extLst>
                <a:ext uri="{FF2B5EF4-FFF2-40B4-BE49-F238E27FC236}">
                  <a16:creationId xmlns:a16="http://schemas.microsoft.com/office/drawing/2014/main" id="{5AEFCE63-9F7B-AED0-AF39-C74A30499879}"/>
                </a:ext>
              </a:extLst>
            </p:cNvPr>
            <p:cNvSpPr/>
            <p:nvPr/>
          </p:nvSpPr>
          <p:spPr>
            <a:xfrm>
              <a:off x="502920" y="444840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6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1A01790-A025-9FDD-259D-E01BA0FA4DDB}"/>
              </a:ext>
            </a:extLst>
          </p:cNvPr>
          <p:cNvGrpSpPr/>
          <p:nvPr/>
        </p:nvGrpSpPr>
        <p:grpSpPr>
          <a:xfrm>
            <a:off x="5499044" y="6425953"/>
            <a:ext cx="347472" cy="347472"/>
            <a:chOff x="502920" y="4826711"/>
            <a:chExt cx="347472" cy="347472"/>
          </a:xfrm>
        </p:grpSpPr>
        <p:sp>
          <p:nvSpPr>
            <p:cNvPr id="66" name="Shape 29">
              <a:extLst>
                <a:ext uri="{FF2B5EF4-FFF2-40B4-BE49-F238E27FC236}">
                  <a16:creationId xmlns:a16="http://schemas.microsoft.com/office/drawing/2014/main" id="{3FB928CC-A3EE-83A7-8819-16399ADDB5EF}"/>
                </a:ext>
              </a:extLst>
            </p:cNvPr>
            <p:cNvSpPr/>
            <p:nvPr/>
          </p:nvSpPr>
          <p:spPr>
            <a:xfrm>
              <a:off x="502920" y="482671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7" name="Text 30">
              <a:extLst>
                <a:ext uri="{FF2B5EF4-FFF2-40B4-BE49-F238E27FC236}">
                  <a16:creationId xmlns:a16="http://schemas.microsoft.com/office/drawing/2014/main" id="{A514BFE5-B45B-9292-E60D-CF7B6369BE92}"/>
                </a:ext>
              </a:extLst>
            </p:cNvPr>
            <p:cNvSpPr/>
            <p:nvPr/>
          </p:nvSpPr>
          <p:spPr>
            <a:xfrm>
              <a:off x="502920" y="491815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E94C40B-6AB5-59C9-08B3-3912DCC97871}"/>
              </a:ext>
            </a:extLst>
          </p:cNvPr>
          <p:cNvGrpSpPr/>
          <p:nvPr/>
        </p:nvGrpSpPr>
        <p:grpSpPr>
          <a:xfrm>
            <a:off x="2633090" y="6435429"/>
            <a:ext cx="347472" cy="347472"/>
            <a:chOff x="502920" y="2506702"/>
            <a:chExt cx="347472" cy="347472"/>
          </a:xfrm>
        </p:grpSpPr>
        <p:sp>
          <p:nvSpPr>
            <p:cNvPr id="69" name="Shape 5">
              <a:extLst>
                <a:ext uri="{FF2B5EF4-FFF2-40B4-BE49-F238E27FC236}">
                  <a16:creationId xmlns:a16="http://schemas.microsoft.com/office/drawing/2014/main" id="{292CAEBE-8CA9-B5FD-7580-75CCA2C0E819}"/>
                </a:ext>
              </a:extLst>
            </p:cNvPr>
            <p:cNvSpPr/>
            <p:nvPr/>
          </p:nvSpPr>
          <p:spPr>
            <a:xfrm>
              <a:off x="502920" y="2506702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371E91AF-B03E-24C7-2219-16D477EB2489}"/>
                </a:ext>
              </a:extLst>
            </p:cNvPr>
            <p:cNvSpPr/>
            <p:nvPr/>
          </p:nvSpPr>
          <p:spPr>
            <a:xfrm>
              <a:off x="502920" y="261185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조작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23444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205740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1051560"/>
            <a:ext cx="324612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의도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1789611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789611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판정 확정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789611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카드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등을 선택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문서에 체크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511334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511334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놓기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511334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눈앞으로 가져와 확인한다.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49385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49385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상태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249385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연결부를 여러 각도에서 본다.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55596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955596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 교육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3955596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컨트롤러에 익숙하지 않은 사용자를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 자세한 음성 지원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키보드에서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693648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/>
              <a:t>Joystick</a:t>
            </a:r>
          </a:p>
        </p:txBody>
      </p:sp>
      <p:sp>
        <p:nvSpPr>
          <p:cNvPr id="26" name="Text 24"/>
          <p:cNvSpPr/>
          <p:nvPr/>
        </p:nvSpPr>
        <p:spPr>
          <a:xfrm>
            <a:off x="1737360" y="4693648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텔레포트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이동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컨트롤러 가이드 미니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4693648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밀고 놓기로 위치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마커로이동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클릭으로 수행 중 컨트롤러 이미지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6583680"/>
            <a:ext cx="6355080" cy="1593624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67482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설계 기준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" y="7114032"/>
            <a:ext cx="5952744" cy="1056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버튼을 외우는 데 시간을 쓰지 않도록 입력을 최소화한다.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들어올 경우를  대비해 컨트롤러 가이드를 항시 확인할 수 있게 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유저 시나리오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학습자도 안내를 따라 PPE를 점검하고, 올바른 보호구를 착용한 뒤, 최종 확인과 미니 퀴즈까지 완료하도록 설계한다.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23444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141732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2514600"/>
            <a:ext cx="388620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03885" y="8113559"/>
            <a:ext cx="6355080" cy="1311511"/>
          </a:xfrm>
          <a:prstGeom prst="roundRect">
            <a:avLst>
              <a:gd name="adj" fmla="val 7619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053" y="8278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조건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053" y="8643911"/>
            <a:ext cx="5952744" cy="781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 → PPE 점검/판정 → 착용 → 최종 확인 → 미니 퀴즈 결과 화면까지 끊김 없이 도달한다.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4B38362-FC0C-9257-E96A-8D87C04ABF36}"/>
              </a:ext>
            </a:extLst>
          </p:cNvPr>
          <p:cNvGrpSpPr/>
          <p:nvPr/>
        </p:nvGrpSpPr>
        <p:grpSpPr>
          <a:xfrm>
            <a:off x="521970" y="2957648"/>
            <a:ext cx="6537960" cy="4813663"/>
            <a:chOff x="521970" y="2957648"/>
            <a:chExt cx="6537960" cy="4813663"/>
          </a:xfrm>
        </p:grpSpPr>
        <p:sp>
          <p:nvSpPr>
            <p:cNvPr id="13" name="Text 11"/>
            <p:cNvSpPr/>
            <p:nvPr/>
          </p:nvSpPr>
          <p:spPr>
            <a:xfrm>
              <a:off x="521970" y="2957648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0:00~1:35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737360" y="2957648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안내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54680" y="2957648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룸 도착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이름입력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컨트롤러 가이드 청취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970" y="3400696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01:35~1:50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737360" y="3400696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154680" y="3400696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진열대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마커 선택과 위치 이동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1970" y="3816096"/>
              <a:ext cx="123444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1:50~2:20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737360" y="3816096"/>
              <a:ext cx="141732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작업확인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첫 PPE 점검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154680" y="3816096"/>
              <a:ext cx="388620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태블릿 확인 및 체크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서명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Grab, 회전, 정상/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결함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1970" y="7311934"/>
              <a:ext cx="121539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4:00~4:20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737360" y="7311934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미니 퀴즈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154680" y="7311934"/>
              <a:ext cx="390525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3문항 응답,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요약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테스트모드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복귀</a:t>
              </a:r>
              <a:endParaRPr lang="en-US" sz="1400" dirty="0"/>
            </a:p>
          </p:txBody>
        </p:sp>
        <p:sp>
          <p:nvSpPr>
            <p:cNvPr id="5" name="Text 8"/>
            <p:cNvSpPr/>
            <p:nvPr/>
          </p:nvSpPr>
          <p:spPr>
            <a:xfrm>
              <a:off x="521970" y="44313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2:30~3:00</a:t>
              </a:r>
              <a:endParaRPr lang="en-US" sz="1400" dirty="0"/>
            </a:p>
          </p:txBody>
        </p:sp>
        <p:sp>
          <p:nvSpPr>
            <p:cNvPr id="35" name="Text 9"/>
            <p:cNvSpPr/>
            <p:nvPr/>
          </p:nvSpPr>
          <p:spPr>
            <a:xfrm>
              <a:off x="1737360" y="44313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endParaRPr lang="en-US" sz="1400" dirty="0"/>
            </a:p>
          </p:txBody>
        </p:sp>
        <p:sp>
          <p:nvSpPr>
            <p:cNvPr id="36" name="Text 10"/>
            <p:cNvSpPr/>
            <p:nvPr/>
          </p:nvSpPr>
          <p:spPr>
            <a:xfrm>
              <a:off x="3154680" y="44313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각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여부 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폐기 및 사용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을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37" name="Text 11"/>
            <p:cNvSpPr/>
            <p:nvPr/>
          </p:nvSpPr>
          <p:spPr>
            <a:xfrm>
              <a:off x="521970" y="51552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3:00~3:10</a:t>
              </a:r>
              <a:endParaRPr lang="en-US" sz="14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1737360" y="51552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진열대 이동</a:t>
              </a:r>
              <a:endParaRPr lang="en-US" sz="1400" dirty="0"/>
            </a:p>
          </p:txBody>
        </p:sp>
        <p:sp>
          <p:nvSpPr>
            <p:cNvPr id="39" name="Text 13"/>
            <p:cNvSpPr/>
            <p:nvPr/>
          </p:nvSpPr>
          <p:spPr>
            <a:xfrm>
              <a:off x="3154680" y="51552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우측 가로형 진열대 앞 </a:t>
              </a:r>
              <a:r>
                <a:rPr lang="ko-KR" alt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텔레포트로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이동</a:t>
              </a:r>
              <a:endParaRPr lang="en-US" sz="1400" dirty="0"/>
            </a:p>
          </p:txBody>
        </p:sp>
        <p:sp>
          <p:nvSpPr>
            <p:cNvPr id="40" name="Text 14"/>
            <p:cNvSpPr/>
            <p:nvPr/>
          </p:nvSpPr>
          <p:spPr>
            <a:xfrm>
              <a:off x="521970" y="58791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3:10~3:50</a:t>
              </a:r>
              <a:endParaRPr lang="en-US" sz="1400" dirty="0"/>
            </a:p>
          </p:txBody>
        </p:sp>
        <p:sp>
          <p:nvSpPr>
            <p:cNvPr id="41" name="Text 15"/>
            <p:cNvSpPr/>
            <p:nvPr/>
          </p:nvSpPr>
          <p:spPr>
            <a:xfrm>
              <a:off x="1737360" y="58791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algn="ctr"/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나머지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endParaRPr lang="en-US" sz="1400" dirty="0"/>
            </a:p>
          </p:txBody>
        </p:sp>
        <p:sp>
          <p:nvSpPr>
            <p:cNvPr id="42" name="Text 16"/>
            <p:cNvSpPr/>
            <p:nvPr/>
          </p:nvSpPr>
          <p:spPr>
            <a:xfrm>
              <a:off x="3154680" y="58791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각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연결부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방향을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순서대로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확인한다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43" name="Text 17"/>
            <p:cNvSpPr/>
            <p:nvPr/>
          </p:nvSpPr>
          <p:spPr>
            <a:xfrm>
              <a:off x="521970" y="66030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3:50~4:00</a:t>
              </a:r>
              <a:endParaRPr lang="en-US" sz="1400" dirty="0"/>
            </a:p>
          </p:txBody>
        </p:sp>
        <p:sp>
          <p:nvSpPr>
            <p:cNvPr id="44" name="Text 18"/>
            <p:cNvSpPr/>
            <p:nvPr/>
          </p:nvSpPr>
          <p:spPr>
            <a:xfrm>
              <a:off x="1737360" y="66030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거울이동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복장확인</a:t>
              </a:r>
              <a:endParaRPr lang="en-US" sz="1400" dirty="0"/>
            </a:p>
          </p:txBody>
        </p:sp>
        <p:sp>
          <p:nvSpPr>
            <p:cNvPr id="45" name="Text 19"/>
            <p:cNvSpPr/>
            <p:nvPr/>
          </p:nvSpPr>
          <p:spPr>
            <a:xfrm>
              <a:off x="3154680" y="66030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전체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PPE 착용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상태를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로 5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초간 확인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한다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 · PPE 룸 전환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사용자에게 현재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하는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룸임을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알린다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05282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등록을 위한 이름 입력을 받는다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4003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진행을 위한 컨트롤러와 조작 설명을 제공한다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97095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</a:t>
            </a:r>
            <a:r>
              <a:rPr lang="ko-KR" alt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</a:t>
            </a:r>
            <a:r>
              <a:rPr lang="en-US" altLang="ko-KR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335500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진열대 위치 마커를 선택해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70247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작업확인을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404994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문서를 확인후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사인표시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625457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:20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Grip · 눈앞으로 이동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702698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잡는다.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737445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눈앞 확인 위치로 가져온다.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669349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4" name="Text 5"/>
          <p:cNvSpPr/>
          <p:nvPr/>
        </p:nvSpPr>
        <p:spPr>
          <a:xfrm>
            <a:off x="594360" y="7976113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양손 회전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</a:t>
            </a:r>
            <a:endParaRPr lang="en-US" sz="1800" dirty="0"/>
          </a:p>
        </p:txBody>
      </p:sp>
      <p:sp>
        <p:nvSpPr>
          <p:cNvPr id="46" name="Text 6"/>
          <p:cNvSpPr/>
          <p:nvPr/>
        </p:nvSpPr>
        <p:spPr>
          <a:xfrm>
            <a:off x="749808" y="836016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회전시키며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확인한다.</a:t>
            </a:r>
            <a:endParaRPr lang="en-US" sz="1450" dirty="0"/>
          </a:p>
        </p:txBody>
      </p:sp>
      <p:sp>
        <p:nvSpPr>
          <p:cNvPr id="47" name="Text 7"/>
          <p:cNvSpPr/>
          <p:nvPr/>
        </p:nvSpPr>
        <p:spPr>
          <a:xfrm>
            <a:off x="749808" y="87076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데모에선 외피 오염으로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표시한다.</a:t>
            </a:r>
            <a:endParaRPr lang="en-US" sz="1450" dirty="0"/>
          </a:p>
        </p:txBody>
      </p:sp>
      <p:sp>
        <p:nvSpPr>
          <p:cNvPr id="76" name="Text 9"/>
          <p:cNvSpPr/>
          <p:nvPr/>
        </p:nvSpPr>
        <p:spPr>
          <a:xfrm>
            <a:off x="594360" y="45941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1:50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작업내용과 그에 필요한 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</a:t>
            </a:r>
            <a:endParaRPr lang="en-US" sz="1800" dirty="0"/>
          </a:p>
        </p:txBody>
      </p:sp>
      <p:sp>
        <p:nvSpPr>
          <p:cNvPr id="77" name="Text 10"/>
          <p:cNvSpPr/>
          <p:nvPr/>
        </p:nvSpPr>
        <p:spPr>
          <a:xfrm>
            <a:off x="749808" y="497817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정보 카드에서 대상 물질과 위험 키워드를 확인한다.</a:t>
            </a:r>
            <a:endParaRPr lang="en-US" sz="1450" dirty="0"/>
          </a:p>
        </p:txBody>
      </p:sp>
      <p:sp>
        <p:nvSpPr>
          <p:cNvPr id="78" name="Text 11"/>
          <p:cNvSpPr/>
          <p:nvPr/>
        </p:nvSpPr>
        <p:spPr>
          <a:xfrm>
            <a:off x="749808" y="53256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 PPE 6종 목록을 차례로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보여준다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 미포함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790868E7-2F3C-9A3B-16A8-482BE4A929C4}"/>
              </a:ext>
            </a:extLst>
          </p:cNvPr>
          <p:cNvSpPr/>
          <p:nvPr/>
        </p:nvSpPr>
        <p:spPr>
          <a:xfrm>
            <a:off x="749808" y="56948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서명을 진행한다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회전 점검 · 정상/결함 판정 · 오류 복구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:35 · 정상/결함 판정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확정한다.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폐기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처리한다.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판정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버튼에 아이콘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피드백한다.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:45 · 오류 이유 확인 후 재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오답 시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힌트와 재확인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재생한다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버튼 재선택을 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폐기시 원래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자리에 새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생성되어 재확인 유도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:55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선택하면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몸에 붙는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핸드모델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연출로 전환한다.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0230C954-D4FF-EF3C-4AAA-DDEE6DC154AB}"/>
              </a:ext>
            </a:extLst>
          </p:cNvPr>
          <p:cNvSpPr/>
          <p:nvPr/>
        </p:nvSpPr>
        <p:spPr>
          <a:xfrm>
            <a:off x="594360" y="554910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가로형 진열장 </a:t>
            </a:r>
            <a:r>
              <a:rPr lang="ko-KR" altLang="en-US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</a:t>
            </a:r>
            <a:endParaRPr lang="en-US" sz="180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DBAE2912-1F53-5A49-55CA-122FE1DE2C69}"/>
              </a:ext>
            </a:extLst>
          </p:cNvPr>
          <p:cNvSpPr/>
          <p:nvPr/>
        </p:nvSpPr>
        <p:spPr>
          <a:xfrm>
            <a:off x="749808" y="593314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순서별로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DCAC882F-4D5E-6F91-A1F4-973617DC6BD5}"/>
              </a:ext>
            </a:extLst>
          </p:cNvPr>
          <p:cNvSpPr/>
          <p:nvPr/>
        </p:nvSpPr>
        <p:spPr>
          <a:xfrm>
            <a:off x="749808" y="62806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6E098B0D-E0A4-7B21-C86D-F08198D916C6}"/>
              </a:ext>
            </a:extLst>
          </p:cNvPr>
          <p:cNvSpPr/>
          <p:nvPr/>
        </p:nvSpPr>
        <p:spPr>
          <a:xfrm>
            <a:off x="594360" y="687193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판별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반복</a:t>
            </a:r>
            <a:endParaRPr lang="en-US" sz="180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1EB4B0B-EA77-5C88-E385-7734290AB629}"/>
              </a:ext>
            </a:extLst>
          </p:cNvPr>
          <p:cNvSpPr/>
          <p:nvPr/>
        </p:nvSpPr>
        <p:spPr>
          <a:xfrm>
            <a:off x="749808" y="725598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없이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착용 불가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1D872BB2-F955-B756-2947-C06F08F47E75}"/>
              </a:ext>
            </a:extLst>
          </p:cNvPr>
          <p:cNvSpPr/>
          <p:nvPr/>
        </p:nvSpPr>
        <p:spPr>
          <a:xfrm>
            <a:off x="749808" y="760345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없이 테이프 사용 불가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CDCADE9C-76ED-5F03-7399-7FD70A0EA620}"/>
              </a:ext>
            </a:extLst>
          </p:cNvPr>
          <p:cNvSpPr/>
          <p:nvPr/>
        </p:nvSpPr>
        <p:spPr>
          <a:xfrm>
            <a:off x="749808" y="79085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방호복을 입고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장화를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한짝이라도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착용시 테이프가 전체 착용처리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2B039A0E-71E0-E091-18E0-C57844CD7881}"/>
              </a:ext>
            </a:extLst>
          </p:cNvPr>
          <p:cNvSpPr/>
          <p:nvPr/>
        </p:nvSpPr>
        <p:spPr>
          <a:xfrm>
            <a:off x="594360" y="84394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거울로 이동</a:t>
            </a:r>
            <a:endParaRPr lang="en-US" sz="1800" dirty="0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BAA2141-89B5-8CCB-FBF8-3F17D3EEA138}"/>
              </a:ext>
            </a:extLst>
          </p:cNvPr>
          <p:cNvSpPr/>
          <p:nvPr/>
        </p:nvSpPr>
        <p:spPr>
          <a:xfrm>
            <a:off x="749808" y="88235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착용시 거울 이동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미착용도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거울앞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종료 판별은 가능</a:t>
            </a:r>
            <a:endParaRPr lang="en-US" sz="1450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3E174067-DA51-15CB-63D7-06C0C04ACE4F}"/>
              </a:ext>
            </a:extLst>
          </p:cNvPr>
          <p:cNvSpPr/>
          <p:nvPr/>
        </p:nvSpPr>
        <p:spPr>
          <a:xfrm>
            <a:off x="749808" y="917099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복장 확인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게이지 발동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7696346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786093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확인의 목적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8226698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PPE가 착용되었는지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연결부와 틈이 남아 있지 않은지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학습자가 자기 상태를 직접 점검하는 경험을 만든다.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확인이 끝나야 미니 퀴즈로 이동한다.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011A71E-E437-3164-6770-121563AE4C65}"/>
              </a:ext>
            </a:extLst>
          </p:cNvPr>
          <p:cNvSpPr/>
          <p:nvPr/>
        </p:nvSpPr>
        <p:spPr>
          <a:xfrm>
            <a:off x="594360" y="102703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조건 만족</a:t>
            </a:r>
            <a:endParaRPr lang="en-US" sz="18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054014C3-39BE-AF81-5F08-8771B8E98E33}"/>
              </a:ext>
            </a:extLst>
          </p:cNvPr>
          <p:cNvSpPr/>
          <p:nvPr/>
        </p:nvSpPr>
        <p:spPr>
          <a:xfrm>
            <a:off x="749808" y="141107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완료과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78EFAB5-4B86-08CC-C97E-B16155CB0B10}"/>
              </a:ext>
            </a:extLst>
          </p:cNvPr>
          <p:cNvSpPr/>
          <p:nvPr/>
        </p:nvSpPr>
        <p:spPr>
          <a:xfrm>
            <a:off x="749808" y="171152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 또는 작업 확인 미처리시 복장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7C850F5-22AF-391E-A010-02137865F199}"/>
              </a:ext>
            </a:extLst>
          </p:cNvPr>
          <p:cNvSpPr/>
          <p:nvPr/>
        </p:nvSpPr>
        <p:spPr>
          <a:xfrm>
            <a:off x="594360" y="2304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8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625CB0AA-4737-4537-47A0-2FD67C146F3C}"/>
              </a:ext>
            </a:extLst>
          </p:cNvPr>
          <p:cNvSpPr/>
          <p:nvPr/>
        </p:nvSpPr>
        <p:spPr>
          <a:xfrm>
            <a:off x="749808" y="29341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정답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설명 있음</a:t>
            </a:r>
            <a:endParaRPr lang="en-US" sz="145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14B374EE-A4F9-19A3-AFC2-41B177974E22}"/>
              </a:ext>
            </a:extLst>
          </p:cNvPr>
          <p:cNvSpPr/>
          <p:nvPr/>
        </p:nvSpPr>
        <p:spPr>
          <a:xfrm>
            <a:off x="749808" y="323462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없음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결과창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확인후 돌아가기 버튼으로 복귀 </a:t>
            </a:r>
            <a:endParaRPr lang="en-US" sz="145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23878B8E-A23F-270F-22D2-81F6587BD4A9}"/>
              </a:ext>
            </a:extLst>
          </p:cNvPr>
          <p:cNvSpPr/>
          <p:nvPr/>
        </p:nvSpPr>
        <p:spPr>
          <a:xfrm>
            <a:off x="594360" y="384988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800" dirty="0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13CA85F3-3F4B-686D-7C01-18523EBC07BD}"/>
              </a:ext>
            </a:extLst>
          </p:cNvPr>
          <p:cNvSpPr/>
          <p:nvPr/>
        </p:nvSpPr>
        <p:spPr>
          <a:xfrm>
            <a:off x="749808" y="423393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복귀하여 모드 선택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앞에 서있음</a:t>
            </a:r>
            <a:endParaRPr lang="en-US" sz="145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DF39B18-E7C2-9EB8-59BB-6F2FB4C1EA19}"/>
              </a:ext>
            </a:extLst>
          </p:cNvPr>
          <p:cNvSpPr/>
          <p:nvPr/>
        </p:nvSpPr>
        <p:spPr>
          <a:xfrm>
            <a:off x="749808" y="264860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나온 교육용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문제 출시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교육모드에서 배운 PPE 절차를 사용자가 스스로 반복하게 하는 단계다.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0515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283464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26517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19354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19354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완료 조건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19354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 대신 짧은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4505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4505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84505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지시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제공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9656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49656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점검 시작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49656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짧은 경고와 재시도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14807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자율 점검 · 착용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514807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79958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79958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579958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표시하고 해설은 줄임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5109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645109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645109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해설은 짧게 제공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710260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3:35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710260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복귀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710260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시작 자리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모달창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앞으로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복귀 처리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8065008"/>
            <a:ext cx="6355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훈련모드는 교육모드와 동일한 PPE 절차를 사용하되, 사용자의 자율 수행을 높이는 방향으로 안내 수준을 낮춘다.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921258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8585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451610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 훈련을 거친 사용자가 PPE 착용 절차를 독립적으로 수행할 수 있는지 확인하는 평가 단계다.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146554"/>
            <a:ext cx="6355080" cy="1415034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11146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676906"/>
            <a:ext cx="5952744" cy="7612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힌트와 정답 피드백을 차단한다.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정상/결함 판정, 착용 순서, 최종 확인 여부를 평가한다.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PPE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오선택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횟수를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697605"/>
            <a:ext cx="1143000" cy="44577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28800" y="3697605"/>
            <a:ext cx="4937760" cy="44577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414337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4337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58914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58914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PPE 룸 시작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3491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03491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정상/결함 판정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48068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48068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7종 자유 순서 착용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92645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92645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37222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637222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제출 활성화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81799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681799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시간 · 합격 여부 공개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AC396A5-4904-7923-24CC-8400E2C7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586730"/>
            <a:ext cx="3292458" cy="2102925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6DAF6051-7D95-7C91-5831-98C00DD1D1D1}"/>
              </a:ext>
            </a:extLst>
          </p:cNvPr>
          <p:cNvSpPr/>
          <p:nvPr/>
        </p:nvSpPr>
        <p:spPr>
          <a:xfrm>
            <a:off x="182880" y="9309273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내 테스트 결과 화면 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정책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1352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381352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381352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381352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2230438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23043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방법 학습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23043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230438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수행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07952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07952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TTS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07952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지시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07952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안내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92860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92860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제공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92860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시 제한 제공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92860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777695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777695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설명 후 재판정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777695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UI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재시도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777695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반영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5614288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561428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수칙 요약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561428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오류 · 힌트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5614288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합격 여부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모드가 달라도 PPE 항목, 상태 흐름, 판정 기준은 동일하게 유지한다. 차이는 안내, 힌트, 오류 처리, 결과 공개 방식에 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선정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음성 제작이 포함되므로 근거와 예산을 명확히 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필요한 이유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초보 사용자가 화면 텍스트만 보지 않고 행동에 집중하게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점검 이유와 오류 복구를 즉시 설명한다.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시각 강조와 맞춰 학습 부담을 줄인다.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393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4005072"/>
            <a:ext cx="595274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TTS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특유의 억양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자연스러움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안전교육에 맞는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차분함과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명료성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부담이 적은 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635508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8795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245352"/>
            <a:ext cx="5952744" cy="969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안내 60% · 차분한 온화함 20% · 아나운서 명료성 20%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침착하게 절차를 따라가도록 돕는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것을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1417320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56232" y="109728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1097280"/>
            <a:ext cx="2624328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ElevenLabs</a:t>
            </a:r>
            <a:b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박현미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1856232" y="1965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자연스러움,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톤앤매너가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크레딧,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크레딧 결제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CLOVA Dubbing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56232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 접근성,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 발음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83464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테스트시 불안정한 억양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타입캐스트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56232" y="3703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풍부한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캐릭터형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370332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교육에는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과한 감정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074920"/>
            <a:ext cx="6355080" cy="1525905"/>
          </a:xfrm>
          <a:prstGeom prst="roundRect">
            <a:avLst>
              <a:gd name="adj" fmla="val 3810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239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박현미 모델인가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5605272"/>
            <a:ext cx="5952744" cy="9955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안전교육에서 필요한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한국어 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적합하다.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차분하지만 너무 딱딱하지 않은 톤으로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정서적 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문장 단위 파일을 많이 제작해야 하므로 재생성 · 수정 관리가 중요하다.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감정 연기보다 명료성이 중요하다.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예산과 제작량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무료 10,000 크레딧으로 발음 · 톤 · 문장 길이 테스트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컨트롤러 안내, 장갑 점검, 오류 복구 문장부터 샘플 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음성과 실제 VR 동작 타이밍을 맞춰본 뒤 본 제작 여부 결정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6355080" cy="1645920"/>
          </a:xfrm>
          <a:prstGeom prst="roundRect">
            <a:avLst>
              <a:gd name="adj" fmla="val 4444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953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제작 예산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319272"/>
            <a:ext cx="59527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Starter $6 플랜 검토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달 할인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$6 수준으로 약 9,000원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예산 가정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단위 결제 전 실제 필요 문장 수와 수정 가능성을 계산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 후 변경분 발생 시 추가 생성량을 별도 관리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9651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 산정 예시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5330952"/>
            <a:ext cx="59527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 크레딧 ÷ 평균 250자 ≈ 약 120개 문장 파일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 수량은 문장 길이, 재생성 횟수, 수정본 제작량에 따라 달라질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 원칙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69768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TTS는 전체를 한 번에 생성하지 않는다. 교육모드 핵심 루트 문장부터 제작하고, 발음과 타이밍을 확인한 뒤 모드별 문장을 단계적으로 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파일 · 이벤트 관리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· 파일 · 이벤트 단위로 관리한다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7" y="1051559"/>
            <a:ext cx="3397377" cy="236671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기준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5" y="1581911"/>
            <a:ext cx="2986659" cy="174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Assets/Audio/Voice/0_Intro/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Assets/Audio/Voice/1_1_ContSimp/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1_2_ContDetail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Assets/Audio/Voice/2_Card/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Assets/Audio/Voice/3_Modal/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Assets/Audio/Voice/4_PPE/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Assets/Audio/Voice/5_TRAIN/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Assets/Audio/Voice/6_TEST/</a:t>
            </a:r>
            <a:endParaRPr lang="en-US" altLang="ko-KR" sz="1400" dirty="0"/>
          </a:p>
          <a:p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605729"/>
            <a:ext cx="6767692" cy="1815550"/>
          </a:xfrm>
          <a:prstGeom prst="roundRect">
            <a:avLst>
              <a:gd name="adj" fmla="val 4848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77032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네이밍 규칙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4136081"/>
            <a:ext cx="5952744" cy="11798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VO_[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]_[(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]__[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]_[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].mp3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VO_PPE_MODAL_001_CheckCard.mp3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VO_PPE_EDU_008_CheckPPE.mp3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   VO_PPE_TRAIN_002_TrainSelect.mp3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4E9290C-5B63-DD1B-E577-D992A81D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028700"/>
            <a:ext cx="2648320" cy="217200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52862E6-707D-6918-7E37-C4F7A39DA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51" y="5638854"/>
            <a:ext cx="8182737" cy="4633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이벤트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음성이 나오는 순간과 모드별 차이를 나눈 표다.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46304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051560"/>
            <a:ext cx="489204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범위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이름 입력 · 컨트롤러 안내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정보 · 요구 PPE 확인 · 체크/서명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6974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 · 가로 진열대 마커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잡기 · 회전 · HowTo 안내(교육만)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379476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/결함 판정 · 오답 설명(교육) · 짧은 경고(훈련)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3434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 · 순서 조건 · 다음 PPE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8920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48920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 · 5초 확인 · 미착용/미확인 안내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4406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54406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 · 테스트 결과창 · 복귀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6355080"/>
            <a:ext cx="6355080" cy="1737360"/>
          </a:xfrm>
          <a:prstGeom prst="roundRect">
            <a:avLst>
              <a:gd name="adj" fmla="val 4211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95528" y="65196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</a:t>
            </a: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6885432"/>
            <a:ext cx="595274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클릭할 UI가 없을 때만 Trigger로 음성을 스킵한다. 새 조작이 오면 이전 음성을 중지한다. 이름 입력·카드 선택 단계는 스킵해도 다음으로 넘어가지 않는다. 테스트는 정답/오답 설명 음성을 재생하지 않는다.</a:t>
            </a:r>
            <a:endParaRPr lang="en-US" sz="1400" dirty="0"/>
          </a:p>
          <a:p>
            <a:pPr marL="0" indent="0">
              <a:buNone/>
            </a:pP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음성 · 피드백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HowTo 100~106. 방호복은 004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처리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「올바르게 착용되었습니다. 다음 PPE를 선택해주세요.」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아이콘만, 설명 문구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판정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하자: 「하자가 있는 PPE입니다. 다시 관찰후 올바른 버튼을 선택해주세요.」 정상: 「정상 PPE입니다. 다시 관찰후 올바른 버튼을 선택해주세요.」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「올바른 답을 찾아주세요.」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음성·문구 없음, 횟수만 기록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오류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「장갑과 장화는 방호복을 입지않으면 먼저 착용할 수 없습니다.」 「테이프는 방호복, 장갑 또는 장화를 함께 착용하지 않으면 사용할 수 없습니다.」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「올바른 답을 찾아주세요.」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없음, 오선택 횟수 기록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버튼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 + SFX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 + SFX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SFX만, 문구 숨김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정오 설명 문구 후 다음 문항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해설 후 다음 문항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없음, 종료 후 결과창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모드는 안내 강도만 바꾼다. 실제 문장은 다음 두 장에 적는다.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패널·판정 TTS 문구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음성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하자 PPE 오답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EDU_202 「하자가 있는 PPE입니다. 다시 관찰후 올바른 버튼을 선택해주세요.」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「올바른 답을 찾아주세요.」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음성·문구 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 오답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EDU_203 「정상 PPE입니다. 다시 관찰후 올바른 버튼을 선택해주세요.」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「올바른 답을 찾아주세요.」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음성·문구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장갑·장화 순서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EDU_200 「장갑과 장화는 방호복을 입지않으면 먼저 착용할 수 없습니다.」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「올바른 답을 찾아주세요.」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없음, 횟수 기록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 순서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EDU_201 「테이프는 방호복, 장갑 또는 장화를 함께 착용하지 않으면 사용할 수 없습니다.」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「올바른 답을 찾아주세요.」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없음, 횟수 기록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EDU_008 「정상 PPE인지 확인하고 사용여부를 선택해주세요.」 EDU_005 「문제가 없다면 사용, 있으면 폐기」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완료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EDU_009 「올바르게 착용되었습니다. 다음 PPE를 선택해주세요.」 방호복은 EDU_006 「방호복 착용을 완료했습니다.」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아이콘만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아래는 사용자에게 실제로 나가는 문장이다. HowTo 긴 안내는 다음 장.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HowTo TTS 문구 (교육 잡기)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음성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EDU_100 「방호복은 몸에 맞는 크기를 착용하는 것이 중요합니다. 지퍼와 목 부분은 끝까지 닫아 틈이 없도록 해야 합니다.」 잡기 EDU_004 「하자 여부를 돌려보며 확인」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EDU_101 「방호복 바지단과 장화 연결에 빈틈이 없어야 합니다. 액체가 장화 안으로 흘러들지 않도록 주의합니다.」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EDU_102 「안전대는 양쪽 어깨끈과 허리 고정끈을 고르게 조절해 몸에 밀착시켜야 합니다. 느슨하면 호스가 걸릴 수 있습니다.」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EDU_103 「송기마스크와 얼굴 사이에 틈이 생기지 않게 밀착하고, 호스가 꺾이지 않은 채 공기가 공급되는지 확인합니다.」 EDU_010 「먼저 확인하기를 눌러 호흡 여부를 확인」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EDU_104 「안전모는 머리에 수평으로 맞추고 턱끈을 고정해야 합니다. 흔들리거나 시야를 가리면 다시 조절합니다.」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장갑·테이프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EDU_105 「장갑은 손가락 끝까지 맞고, 손목이 방호복 소매를 덮어야 합니다.」 EDU_106 「테이프는 장갑과 소매를 겹친 연결부를 고정합니다. 너무 느슨하거나 과하게 감지 않습니다.」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교육에서 PPE를 잡으면 이 문장이 나간다. 훈련·테스트에서는 HowTo를 재생하지 않는다.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구조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355080" cy="914400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타이틀 → 인트로 → 로딩 → PPE 룸 → 모드 </a:t>
            </a:r>
            <a:r>
              <a:rPr lang="en-US" sz="14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태블릿 → 착용 → 거울 → 퀴즈 → 복귀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874520" cy="66620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4480560" cy="66620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3180806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· 상태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180806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PPEVoiceFlowDirector가 안내 순서와 모드 세션을 맡는다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847011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847011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선택은 안내 수준만 바꾸고 판정 기준은 같다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513217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판정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513217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패널이 사용/폐기/확인 결과의 아이콘과 문구를 보여 준다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179423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조건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179423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후 장갑·장화, 테이프는 한짝 이후. 테스트도 동일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845629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· 결과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5845629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5문항 퀴즈. 점수·시간 결과창은 테스트만 연다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511834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· 복귀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6511834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5초 확인 후 복귀하면 착용 상태를 초기화한다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754380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7708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807415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씬을 모드별로 복제하기보다 공통 PPE 코어를 두고, 안내 수준과 결과 정책만 바꾸는 방식으로 중복과 오류 위험을 줄인다.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QA와 인수 기준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645920" cy="764177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영역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48840" y="1051560"/>
            <a:ext cx="4892040" cy="764177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15737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1815737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진입부터 미니 퀴즈 결과까지 2회 이상 중단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79914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2579914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Grip · Trigger · A · Joystick 입력이 단계별로 정상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4091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344091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재판정, 착용 후 다음 단계, 허브 복귀 시 상태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08269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4108269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음성 · 패널 아이콘 · 시각 강조가 같은 이벤트에 맞춰 동작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72446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4872446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APK 실행, 양안 렌더링, 컨트롤러 인식, 크래시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636623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5636623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P0: 한 모드를 끝까지 못 감(완주 불가)
P1: 핵심 조작이 틀림(잡기·판정·순서·퀴즈)
P2: 보기·듣기 품질 문제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812279"/>
            <a:ext cx="6355080" cy="1613263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976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철학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342632"/>
            <a:ext cx="595274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단계에서는 새로운 기능 수보다 “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시작한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b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모드를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끝까지 안정적으로 완료할 수 있는가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우선한다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범위를 교육모드 완주로 잡는다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5528" y="1261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산출물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595274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v1.0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교육모드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상세 설정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 · 훈련 · 테스트 모드 정책표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선정 근거 · 예산 · 제작 규칙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기준표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5528" y="3502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산출물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867912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Unity 원본 프로젝트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Meta Quest 2 APK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 완주 루트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파일(mp3)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체크리스트와 오류 기록 양식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53212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6967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관리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06247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기획서는 개발 시작 전 계획과 기준만 기록한다. 실제 개발 중 변경 사항과 구현 결과는 이 문서에 포함하지 않는다.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7452360"/>
            <a:ext cx="6355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기획서의 역할: “무엇을 만들 계획인가”를 충분히 자세하게 설명하는 문서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구현 전에 확인할 기준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325880" cy="74458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5212080" cy="74458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796143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796143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시작, PPE 점검, 착용, 최종 확인, 퀴즈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40726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40726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7종 PPE의 점검 포인트와 오류 상황이 정리되어 있는가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285309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285309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Trigger, Grip, A,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Joystick의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역할이 겹치지 않는가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29891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029891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이벤트, 파일명, 예산, 샘플 문장이 준비되어 있는가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774474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74474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VR 초보자가 현재 해야 할 행동을 바로 알 수 있는가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519057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519057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기준과 P0(완주 불가)/P1(조작 오류)/P2(품질)가 명확한가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720840"/>
            <a:ext cx="6355080" cy="1188720"/>
          </a:xfrm>
          <a:prstGeom prst="roundRect">
            <a:avLst>
              <a:gd name="adj" fmla="val 6154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88543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착수 기준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251192"/>
            <a:ext cx="5952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기획서에서 정한 범위 밖 기능을 중간에 추가하지 않는다. 우선 교육모드 완주 루트를 안정적으로 만드는 것을 기준으로 작업을 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기획의 결론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6355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57150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교육을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반복 · 평가가 가능한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교육 구조로 설계한다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4929182"/>
            <a:ext cx="6355080" cy="1170432"/>
          </a:xfrm>
          <a:prstGeom prst="roundRect">
            <a:avLst>
              <a:gd name="adj" fmla="val 8421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509377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구현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5459534"/>
            <a:ext cx="595274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루트를 끝까지 완주할 수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들고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교육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전체 구현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3819</Words>
  <Application>Microsoft Office PowerPoint</Application>
  <PresentationFormat>사용자 지정</PresentationFormat>
  <Paragraphs>659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상세기획서 개발 전 계획 기준</dc:title>
  <dc:subject>화학물질 안전훈련 VR PPE 상세기획서</dc:subject>
  <dc:creator>OpenAI</dc:creator>
  <cp:lastModifiedBy>Jin young Choi</cp:lastModifiedBy>
  <cp:revision>52</cp:revision>
  <dcterms:created xsi:type="dcterms:W3CDTF">2026-08-13T18:42:01Z</dcterms:created>
  <dcterms:modified xsi:type="dcterms:W3CDTF">2026-08-17T16:54:24Z</dcterms:modified>
</cp:coreProperties>
</file>