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33c00eb760645a9" /><Relationship Type="http://schemas.openxmlformats.org/officeDocument/2006/relationships/extended-properties" Target="/docProps/app.xml" Id="R5282aa08cfdc451a" /><Relationship Type="http://schemas.openxmlformats.org/officeDocument/2006/relationships/officeDocument" Target="/ppt/presentation.xml" Id="Rf9e1c68db3374937" /></Relationships>
</file>

<file path=ppt/presentation.xml><?xml version="1.0" encoding="utf-8"?>
<p:presentation xmlns:p="http://schemas.openxmlformats.org/presentationml/2006/main">
  <p:sldMasterIdLst>
    <p:sldMasterId xmlns:r="http://schemas.openxmlformats.org/officeDocument/2006/relationships" id="2147483648" r:id="R144dad48b1c544ef"/>
  </p:sldMasterIdLst>
  <p:notesMasterIdLst>
    <p:notesMasterId xmlns:r="http://schemas.openxmlformats.org/officeDocument/2006/relationships" r:id="R01aa9bd5d0374609"/>
  </p:notesMasterIdLst>
  <p:sldIdLst>
    <p:sldId xmlns:r="http://schemas.openxmlformats.org/officeDocument/2006/relationships" id="256" r:id="Rfe42a4ac72294f7a"/>
    <p:sldId xmlns:r="http://schemas.openxmlformats.org/officeDocument/2006/relationships" id="257" r:id="R137fdc27636e40b8"/>
    <p:sldId xmlns:r="http://schemas.openxmlformats.org/officeDocument/2006/relationships" id="258" r:id="R5d295c450cc0477c"/>
    <p:sldId xmlns:r="http://schemas.openxmlformats.org/officeDocument/2006/relationships" id="259" r:id="R38bcc47f6c934568"/>
    <p:sldId xmlns:r="http://schemas.openxmlformats.org/officeDocument/2006/relationships" id="260" r:id="R2bce52ffa11b4753"/>
    <p:sldId xmlns:r="http://schemas.openxmlformats.org/officeDocument/2006/relationships" id="261" r:id="R82d61bf16ba84e1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187cbbd3ac04291" /><Relationship Type="http://schemas.openxmlformats.org/officeDocument/2006/relationships/slideMaster" Target="/ppt/slideMasters/slideMaster1.xml" Id="R144dad48b1c544ef" /><Relationship Type="http://schemas.openxmlformats.org/officeDocument/2006/relationships/notesMaster" Target="/ppt/notesMasters/notesMaster1.xml" Id="R01aa9bd5d0374609" /><Relationship Type="http://schemas.openxmlformats.org/officeDocument/2006/relationships/presProps" Target="/ppt/presProps.xml" Id="R7c30d7abab5d445c" /><Relationship Type="http://schemas.openxmlformats.org/officeDocument/2006/relationships/tableStyles" Target="/ppt/tableStyles.xml" Id="R6add625696594e47" /><Relationship Type="http://schemas.openxmlformats.org/officeDocument/2006/relationships/slide" Target="/ppt/slides/slide1.xml" Id="Rfe42a4ac72294f7a" /><Relationship Type="http://schemas.openxmlformats.org/officeDocument/2006/relationships/slide" Target="/ppt/slides/slide2.xml" Id="R137fdc27636e40b8" /><Relationship Type="http://schemas.openxmlformats.org/officeDocument/2006/relationships/slide" Target="/ppt/slides/slide3.xml" Id="R5d295c450cc0477c" /><Relationship Type="http://schemas.openxmlformats.org/officeDocument/2006/relationships/slide" Target="/ppt/slides/slide4.xml" Id="R38bcc47f6c934568" /><Relationship Type="http://schemas.openxmlformats.org/officeDocument/2006/relationships/slide" Target="/ppt/slides/slide5.xml" Id="R2bce52ffa11b4753" /><Relationship Type="http://schemas.openxmlformats.org/officeDocument/2006/relationships/slide" Target="/ppt/slides/slide6.xml" Id="R82d61bf16ba84e1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c549bbfde064a4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e2687a702534aa2" /><Relationship Type="http://schemas.openxmlformats.org/officeDocument/2006/relationships/notesMaster" Target="/ppt/notesMasters/notesMaster1.xml" Id="R903d069f493e4487" /></Relationships>
</file>

<file path=ppt/notesSlides/_rels/notesSlide2.xml.rels>&#65279;<?xml version="1.0" encoding="utf-8"?><Relationships xmlns="http://schemas.openxmlformats.org/package/2006/relationships"><Relationship Type="http://schemas.openxmlformats.org/officeDocument/2006/relationships/slide" Target="/ppt/slides/slide2.xml" Id="R95781b321d494328" /><Relationship Type="http://schemas.openxmlformats.org/officeDocument/2006/relationships/notesMaster" Target="/ppt/notesMasters/notesMaster1.xml" Id="Ra2ba3acd4f5c46c2" /></Relationships>
</file>

<file path=ppt/notesSlides/_rels/notesSlide3.xml.rels>&#65279;<?xml version="1.0" encoding="utf-8"?><Relationships xmlns="http://schemas.openxmlformats.org/package/2006/relationships"><Relationship Type="http://schemas.openxmlformats.org/officeDocument/2006/relationships/slide" Target="/ppt/slides/slide3.xml" Id="R64d8163d178b4a11" /><Relationship Type="http://schemas.openxmlformats.org/officeDocument/2006/relationships/notesMaster" Target="/ppt/notesMasters/notesMaster1.xml" Id="R26d232b3c3304c8d" /></Relationships>
</file>

<file path=ppt/notesSlides/_rels/notesSlide4.xml.rels>&#65279;<?xml version="1.0" encoding="utf-8"?><Relationships xmlns="http://schemas.openxmlformats.org/package/2006/relationships"><Relationship Type="http://schemas.openxmlformats.org/officeDocument/2006/relationships/slide" Target="/ppt/slides/slide4.xml" Id="Rc83fdc3135f646b7" /><Relationship Type="http://schemas.openxmlformats.org/officeDocument/2006/relationships/notesMaster" Target="/ppt/notesMasters/notesMaster1.xml" Id="R78422be8d2e640e6" /></Relationships>
</file>

<file path=ppt/notesSlides/_rels/notesSlide5.xml.rels>&#65279;<?xml version="1.0" encoding="utf-8"?><Relationships xmlns="http://schemas.openxmlformats.org/package/2006/relationships"><Relationship Type="http://schemas.openxmlformats.org/officeDocument/2006/relationships/slide" Target="/ppt/slides/slide5.xml" Id="R6af506c6249c4fb8" /><Relationship Type="http://schemas.openxmlformats.org/officeDocument/2006/relationships/notesMaster" Target="/ppt/notesMasters/notesMaster1.xml" Id="R2064ae28de13410f" /></Relationships>
</file>

<file path=ppt/notesSlides/_rels/notesSlide6.xml.rels>&#65279;<?xml version="1.0" encoding="utf-8"?><Relationships xmlns="http://schemas.openxmlformats.org/package/2006/relationships"><Relationship Type="http://schemas.openxmlformats.org/officeDocument/2006/relationships/slide" Target="/ppt/slides/slide6.xml" Id="Ra7314827703f4f8d" /><Relationship Type="http://schemas.openxmlformats.org/officeDocument/2006/relationships/notesMaster" Target="/ppt/notesMasters/notesMaster1.xml" Id="Rb8c05d0f028d4a9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현실에서 반복하기 어려운 화학물질 사고 대응을 VR에서 안전하게 훈련하고, 수행 근거를 데이터로 남기는 프로젝트입니다.</a:t>
            </a:r>
          </a:p>
          <a:p xmlns:a="http://schemas.openxmlformats.org/drawingml/2006/main">
            <a:r>
              <a:t/>
            </a:r>
          </a:p>
          <a:p xmlns:a="http://schemas.openxmlformats.org/drawingml/2006/main">
            <a:r>
              <a:t>[Sources]</a:t>
            </a:r>
          </a:p>
          <a:p xmlns:a="http://schemas.openxmlformats.org/drawingml/2006/main">
            <a:r>
              <a:t>- Project asset: C:/Users/user/Documents/Workspace/chemical-safety-vr-server/public/site/assets/vr-hero-hd.jpg</a:t>
            </a:r>
          </a:p>
          <a:p xmlns:a="http://schemas.openxmlformats.org/drawingml/2006/main">
            <a:r>
              <a:t>- Project context: C:/Users/user/Documents/Workspace/chemical-safety-vr-client/AGENTS.md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사용자는 설명을 보는 데 그치지 않고 작업계획을 판단하고, PPE를 검사·착용하며, 평가까지 수행합니다.</a:t>
            </a:r>
          </a:p>
          <a:p xmlns:a="http://schemas.openxmlformats.org/drawingml/2006/main">
            <a:r>
              <a:t/>
            </a:r>
          </a:p>
          <a:p xmlns:a="http://schemas.openxmlformats.org/drawingml/2006/main">
            <a:r>
              <a:t>[Sources]</a:t>
            </a:r>
          </a:p>
          <a:p xmlns:a="http://schemas.openxmlformats.org/drawingml/2006/main">
            <a:r>
              <a:t>- Build scenes: C:/Users/user/Documents/Workspace/chemical-safety-vr-client/ProjectSettings/EditorBuildSettings.asset</a:t>
            </a:r>
          </a:p>
          <a:p xmlns:a="http://schemas.openxmlformats.org/drawingml/2006/main">
            <a:r>
              <a:t>- Mode/work-plan basis: C:/Users/user/Documents/Workspace/chemical-safety-vr-client/Docs/MeetingNotes/2026-08-26_PPE_Training_Data_Dashboard_Followup.md</a:t>
            </a:r>
          </a:p>
          <a:p xmlns:a="http://schemas.openxmlformats.org/drawingml/2006/main">
            <a:r>
              <a:t>- Images: ppe_room.png, select_ppe.png, check_work.png under C:/Users/user/Documents/Workspace/chemical-safety-vr-server/public/site/assets/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잘못된 장비나 결함 장비를 구분해야 다음 단계로 진행되도록 설계해, 안전 지식을 실제 행동으로 전환합니다.</a:t>
            </a:r>
          </a:p>
          <a:p xmlns:a="http://schemas.openxmlformats.org/drawingml/2006/main">
            <a:r>
              <a:t/>
            </a:r>
          </a:p>
          <a:p xmlns:a="http://schemas.openxmlformats.org/drawingml/2006/main">
            <a:r>
              <a:t>[Sources]</a:t>
            </a:r>
          </a:p>
          <a:p xmlns:a="http://schemas.openxmlformats.org/drawingml/2006/main">
            <a:r>
              <a:t>- Interaction behavior: C:/Users/user/Documents/Workspace/chemical-safety-vr-client/Docs/MeetingNotes/2026-08-27_XR_Startup_PPE_Room_Interaction_Followup.md</a:t>
            </a:r>
          </a:p>
          <a:p xmlns:a="http://schemas.openxmlformats.org/drawingml/2006/main">
            <a:r>
              <a:t>- PPE behavior: C:/Users/user/Documents/Workspace/chemical-safety-vr-client/Assets/Scripts/PPEActionPanelController.cs</a:t>
            </a:r>
          </a:p>
          <a:p xmlns:a="http://schemas.openxmlformats.org/drawingml/2006/main">
            <a:r>
              <a:t>- Images: ppe_check.png and check_ppe.png under C:/Users/user/Documents/Workspace/chemical-safety-vr-server/public/site/assets/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훈련 결과는 완료 여부만 저장하는 것이 아니라 선택, 오답, 소요시간과 조작 문제까지 교육 개선 근거로 남깁니다.</a:t>
            </a:r>
          </a:p>
          <a:p xmlns:a="http://schemas.openxmlformats.org/drawingml/2006/main">
            <a:r>
              <a:t>현재는 클라이언트·서버 원본 계약이 반영됐고, 실제 Quest 6개 조합의 DB·대시보드 종단간 검증이 다음 게이트입니다.</a:t>
            </a:r>
          </a:p>
          <a:p xmlns:a="http://schemas.openxmlformats.org/drawingml/2006/main">
            <a:r>
              <a:t/>
            </a:r>
          </a:p>
          <a:p xmlns:a="http://schemas.openxmlformats.org/drawingml/2006/main">
            <a:r>
              <a:t>[Sources]</a:t>
            </a:r>
          </a:p>
          <a:p xmlns:a="http://schemas.openxmlformats.org/drawingml/2006/main">
            <a:r>
              <a:t>- Client telemetry: C:/Users/user/Documents/Workspace/chemical-safety-vr-client/Assets/Scripts/PPETrainingTelemetryCapture.cs</a:t>
            </a:r>
          </a:p>
          <a:p xmlns:a="http://schemas.openxmlformats.org/drawingml/2006/main">
            <a:r>
              <a:t>- Client uploader: C:/Users/user/Documents/Workspace/chemical-safety-vr-client/Assets/Scripts/TycheTrainingTelemetryUploader.cs</a:t>
            </a:r>
          </a:p>
          <a:p xmlns:a="http://schemas.openxmlformats.org/drawingml/2006/main">
            <a:r>
              <a:t>- Server routes: C:/Users/user/Documents/Workspace/chemical-safety-vr-server/src/app.js</a:t>
            </a:r>
          </a:p>
          <a:p xmlns:a="http://schemas.openxmlformats.org/drawingml/2006/main">
            <a:r>
              <a:t>- Server contract: C:/Users/user/Documents/Workspace/chemical-safety-vr-server/src/modules/training-telemetry/training-telemetry-service.js</a:t>
            </a:r>
          </a:p>
          <a:p xmlns:a="http://schemas.openxmlformats.org/drawingml/2006/main">
            <a:r>
              <a:t>- Validation boundary: C:/Users/user/Documents/Workspace/chemical-safety-vr-client/Docs/MeetingNotes/2026-08-26_PPE_Training_Data_Dashboard_Followup.md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경영진에게는 핵심 구조가 어디까지 확보됐고 무엇이 아직 검증 전인지 분리해 설명합니다. 클라이언트에는 5개 활성 씬, 6개 수행 조합, 이벤트 계측 경로가 있고 서버에는 수신·저장·조회 코드 경로가 있습니다. 제품화 판단은 실제 Quest 종단간 실행 뒤에 내립니다.</a:t>
            </a:r>
          </a:p>
          <a:p xmlns:a="http://schemas.openxmlformats.org/drawingml/2006/main">
            <a:r>
              <a:t/>
            </a:r>
          </a:p>
          <a:p xmlns:a="http://schemas.openxmlformats.org/drawingml/2006/main">
            <a:r>
              <a:t>[Sources]</a:t>
            </a:r>
          </a:p>
          <a:p xmlns:a="http://schemas.openxmlformats.org/drawingml/2006/main">
            <a:r>
              <a:t>- Client basis commit: 506664fb39a410d31e8620be59b920b7c8683bbc</a:t>
            </a:r>
          </a:p>
          <a:p xmlns:a="http://schemas.openxmlformats.org/drawingml/2006/main">
            <a:r>
              <a:t>- Server basis commit: e20e59e5a1c209e66cda5b604f4815540d6a24a0</a:t>
            </a:r>
          </a:p>
          <a:p xmlns:a="http://schemas.openxmlformats.org/drawingml/2006/main">
            <a:r>
              <a:t>- Enabled scenes: C:/Users/user/Documents/Workspace/chemical-safety-vr-client/ProjectSettings/EditorBuildSettings.asset</a:t>
            </a:r>
          </a:p>
          <a:p xmlns:a="http://schemas.openxmlformats.org/drawingml/2006/main">
            <a:r>
              <a:t>- Client telemetry: C:/Users/user/Documents/Workspace/chemical-safety-vr-client/Assets/Scripts/PPETrainingTelemetryCapture.cs</a:t>
            </a:r>
          </a:p>
          <a:p xmlns:a="http://schemas.openxmlformats.org/drawingml/2006/main">
            <a:r>
              <a:t>- Server routes: C:/Users/user/Documents/Workspace/chemical-safety-vr-server/src/app.js</a:t>
            </a:r>
          </a:p>
          <a:p xmlns:a="http://schemas.openxmlformats.org/drawingml/2006/main">
            <a:r>
              <a:t>- Server contract: C:/Users/user/Documents/Workspace/chemical-safety-vr-server/src/modules/training-telemetry/training-telemetry-service.js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제품화 단계는 실제 Quest 6개 조합의 종단간 검증, 성능·양안·VRC 확인, 운영 보안과 배포 절차를 순차적으로 닫는 과정입니다. 검증되지 않은 수치나 합격 기준은 확정 성과로 제시하지 않습니다.</a:t>
            </a:r>
          </a:p>
          <a:p xmlns:a="http://schemas.openxmlformats.org/drawingml/2006/main">
            <a:r>
              <a:t/>
            </a:r>
          </a:p>
          <a:p xmlns:a="http://schemas.openxmlformats.org/drawingml/2006/main">
            <a:r>
              <a:t>[Sources]</a:t>
            </a:r>
          </a:p>
          <a:p xmlns:a="http://schemas.openxmlformats.org/drawingml/2006/main">
            <a:r>
              <a:t>- Client basis commit: 506664fb39a410d31e8620be59b920b7c8683bbc</a:t>
            </a:r>
          </a:p>
          <a:p xmlns:a="http://schemas.openxmlformats.org/drawingml/2006/main">
            <a:r>
              <a:t>- Server basis commit: e20e59e5a1c209e66cda5b604f4815540d6a24a0</a:t>
            </a:r>
          </a:p>
          <a:p xmlns:a="http://schemas.openxmlformats.org/drawingml/2006/main">
            <a:r>
              <a:t>- Validation boundary: C:/Users/user/Documents/Workspace/chemical-safety-vr-client/Docs/MeetingNotes/2026-08-26_PPE_Training_Data_Dashboard_Followup.md</a:t>
            </a:r>
          </a:p>
          <a:p xmlns:a="http://schemas.openxmlformats.org/drawingml/2006/main">
            <a:r>
              <a:t>- Quest/APK boundary: C:/Users/user/Documents/Workspace/chemical-safety-vr-client/Docs/Bug/2026-08-31_Quest_APK_2D_Panel_Manifest.md</a:t>
            </a:r>
          </a:p>
          <a:p xmlns:a="http://schemas.openxmlformats.org/drawingml/2006/main">
            <a:r>
              <a:t>- Server implementation overview: C:/Users/user/Documents/Workspace/chemical-safety-vr-server/README.md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4da1db79ded459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6836bad675f46b3" /><Relationship Type="http://schemas.openxmlformats.org/officeDocument/2006/relationships/slideLayout" Target="/ppt/slideLayouts/slideLayout1.xml" Id="R5512e61d97d9491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512e61d97d9491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aeeb701c58145f6" /><Relationship Type="http://schemas.openxmlformats.org/officeDocument/2006/relationships/image" Target="/ppt/media/image.jpeg" Id="Rba71c102fdd64d16" /><Relationship Type="http://schemas.openxmlformats.org/officeDocument/2006/relationships/notesSlide" Target="/ppt/notesSlides/notesSlide1.xml" Id="R76ae6161623b4d3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deb9494298e4cfc" /><Relationship Type="http://schemas.openxmlformats.org/officeDocument/2006/relationships/image" Target="/ppt/media/image.png" Id="R25635293ccab4891" /><Relationship Type="http://schemas.openxmlformats.org/officeDocument/2006/relationships/image" Target="/ppt/media/image2.png" Id="Rf03851747ad14167" /><Relationship Type="http://schemas.openxmlformats.org/officeDocument/2006/relationships/image" Target="/ppt/media/image3.png" Id="Re9eeccdab9c44372" /><Relationship Type="http://schemas.openxmlformats.org/officeDocument/2006/relationships/notesSlide" Target="/ppt/notesSlides/notesSlide2.xml" Id="R0b26d3ed07c245d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b1e681eebb6425d" /><Relationship Type="http://schemas.openxmlformats.org/officeDocument/2006/relationships/image" Target="/ppt/media/image4.png" Id="R0e02ec4bb12a476b" /><Relationship Type="http://schemas.openxmlformats.org/officeDocument/2006/relationships/image" Target="/ppt/media/image5.png" Id="Ra0024aa4c7d544ca" /><Relationship Type="http://schemas.openxmlformats.org/officeDocument/2006/relationships/notesSlide" Target="/ppt/notesSlides/notesSlide3.xml" Id="R9cdf4d1ab39f4ec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f47860a260448cf" /><Relationship Type="http://schemas.openxmlformats.org/officeDocument/2006/relationships/notesSlide" Target="/ppt/notesSlides/notesSlide4.xml" Id="Rbd0d0864ccc747a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635f45bcd134618" /><Relationship Type="http://schemas.openxmlformats.org/officeDocument/2006/relationships/notesSlide" Target="/ppt/notesSlides/notesSlide5.xml" Id="Rc1ab9b4a00e04db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b5ddd71d8ff4b6e" /><Relationship Type="http://schemas.openxmlformats.org/officeDocument/2006/relationships/notesSlide" Target="/ppt/notesSlides/notesSlide6.xml" Id="R4dd041b1c0604b13" /></Relationships>
</file>

<file path=ppt/slides/slide1.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4AE56F2-581E-4C00-9D42-983CD1A76172}"/>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00A88A"/>
          </a:solidFill>
          <a:ln xmlns:a="http://schemas.openxmlformats.org/drawingml/2006/main" w="0">
            <a:noFill/>
            <a:prstDash val="solid"/>
          </a:ln>
        </p:spPr>
      </p:sp>
      <p:sp>
        <p:nvSpPr>
          <p:cNvPr id="2" name="cover-eyebrow">
            <a:extLst xmlns:a="http://schemas.openxmlformats.org/drawingml/2006/main">
              <a:ext uri="{FF2B5EF4-FFF2-40B4-BE49-F238E27FC236}">
                <a16:creationId xmlns:a16="http://schemas.microsoft.com/office/drawing/2014/main" id="{75DEB1DD-93EA-416D-A111-AC8BFB23BCD7}"/>
              </a:ext>
            </a:extLst>
          </p:cNvPr>
          <p:cNvSpPr>
            <a:spLocks xmlns:a="http://schemas.openxmlformats.org/drawingml/2006/main" noGrp="1"/>
          </p:cNvSpPr>
          <p:nvPr/>
        </p:nvSpPr>
        <p:spPr>
          <a:xfrm xmlns:a="http://schemas.openxmlformats.org/drawingml/2006/main">
            <a:off x="571500" y="5143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1679B4"/>
                </a:solidFill>
                <a:latin typeface="Malgun Gothic"/>
                <a:ea typeface="Malgun Gothic"/>
                <a:cs typeface="Malgun Gothic"/>
              </a:defRPr>
            </a:pPr>
            <a:r>
              <a:rPr sz="1200" b="1">
                <a:solidFill>
                  <a:srgbClr val="1679B4"/>
                </a:solidFill>
                <a:latin typeface="Malgun Gothic"/>
                <a:ea typeface="Malgun Gothic"/>
                <a:cs typeface="Malgun Gothic"/>
              </a:rPr>
              <a:t>TYCHE  |  FINAL PRESENTATION</a:t>
            </a:r>
          </a:p>
        </p:txBody>
      </p:sp>
      <p:sp>
        <p:nvSpPr>
          <p:cNvPr id="3" name="cover-title">
            <a:extLst xmlns:a="http://schemas.openxmlformats.org/drawingml/2006/main">
              <a:ext uri="{FF2B5EF4-FFF2-40B4-BE49-F238E27FC236}">
                <a16:creationId xmlns:a16="http://schemas.microsoft.com/office/drawing/2014/main" id="{8371980B-752B-491E-881E-20C6A8B4B622}"/>
              </a:ext>
            </a:extLst>
          </p:cNvPr>
          <p:cNvSpPr>
            <a:spLocks xmlns:a="http://schemas.openxmlformats.org/drawingml/2006/main" noGrp="1"/>
          </p:cNvSpPr>
          <p:nvPr/>
        </p:nvSpPr>
        <p:spPr>
          <a:xfrm xmlns:a="http://schemas.openxmlformats.org/drawingml/2006/main">
            <a:off x="571500" y="1476375"/>
            <a:ext cx="5143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4800" b="1">
                <a:solidFill>
                  <a:srgbClr val="102531"/>
                </a:solidFill>
                <a:latin typeface="Malgun Gothic"/>
                <a:ea typeface="Malgun Gothic"/>
                <a:cs typeface="Malgun Gothic"/>
              </a:defRPr>
            </a:pPr>
            <a:r>
              <a:rPr sz="4800" b="1">
                <a:solidFill>
                  <a:srgbClr val="102531"/>
                </a:solidFill>
                <a:latin typeface="Malgun Gothic"/>
                <a:ea typeface="Malgun Gothic"/>
                <a:cs typeface="Malgun Gothic"/>
              </a:rPr>
              <a:t>화학물질 안전훈련</a:t>
            </a:r>
          </a:p>
          <a:p xmlns:a="http://schemas.openxmlformats.org/drawingml/2006/main">
            <a:pPr algn="l">
              <a:lnSpc>
                <a:spcPct val="90000"/>
              </a:lnSpc>
              <a:buNone/>
              <a:defRPr sz="4800" b="1">
                <a:solidFill>
                  <a:srgbClr val="102531"/>
                </a:solidFill>
                <a:latin typeface="Malgun Gothic"/>
                <a:ea typeface="Malgun Gothic"/>
                <a:cs typeface="Malgun Gothic"/>
              </a:defRPr>
            </a:pPr>
            <a:r>
              <a:rPr sz="4800" b="1">
                <a:solidFill>
                  <a:srgbClr val="102531"/>
                </a:solidFill>
                <a:latin typeface="Malgun Gothic"/>
                <a:ea typeface="Malgun Gothic"/>
                <a:cs typeface="Malgun Gothic"/>
              </a:rPr>
              <a:t>VR</a:t>
            </a:r>
          </a:p>
        </p:txBody>
      </p:sp>
      <p:sp>
        <p:nvSpPr>
          <p:cNvPr id="4" name="cover-subtitle">
            <a:extLst xmlns:a="http://schemas.openxmlformats.org/drawingml/2006/main">
              <a:ext uri="{FF2B5EF4-FFF2-40B4-BE49-F238E27FC236}">
                <a16:creationId xmlns:a16="http://schemas.microsoft.com/office/drawing/2014/main" id="{6E025BCB-D173-4E7D-ADD2-F69584F0DCA4}"/>
              </a:ext>
            </a:extLst>
          </p:cNvPr>
          <p:cNvSpPr>
            <a:spLocks xmlns:a="http://schemas.openxmlformats.org/drawingml/2006/main" noGrp="1"/>
          </p:cNvSpPr>
          <p:nvPr/>
        </p:nvSpPr>
        <p:spPr>
          <a:xfrm xmlns:a="http://schemas.openxmlformats.org/drawingml/2006/main">
            <a:off x="571500" y="3619500"/>
            <a:ext cx="500062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025" b="0">
                <a:solidFill>
                  <a:srgbClr val="546874"/>
                </a:solidFill>
                <a:latin typeface="Malgun Gothic"/>
                <a:ea typeface="Malgun Gothic"/>
                <a:cs typeface="Malgun Gothic"/>
              </a:defRPr>
            </a:pPr>
            <a:r>
              <a:rPr sz="2025" b="0">
                <a:solidFill>
                  <a:srgbClr val="546874"/>
                </a:solidFill>
                <a:latin typeface="Malgun Gothic"/>
                <a:ea typeface="Malgun Gothic"/>
                <a:cs typeface="Malgun Gothic"/>
              </a:rPr>
              <a:t>위험한 작업을 안전하게 반복하고,</a:t>
            </a:r>
          </a:p>
          <a:p xmlns:a="http://schemas.openxmlformats.org/drawingml/2006/main">
            <a:pPr algn="l">
              <a:buNone/>
              <a:defRPr sz="2025" b="0">
                <a:solidFill>
                  <a:srgbClr val="546874"/>
                </a:solidFill>
                <a:latin typeface="Malgun Gothic"/>
                <a:ea typeface="Malgun Gothic"/>
                <a:cs typeface="Malgun Gothic"/>
              </a:defRPr>
            </a:pPr>
            <a:r>
              <a:rPr sz="2025" b="0">
                <a:solidFill>
                  <a:srgbClr val="546874"/>
                </a:solidFill>
                <a:latin typeface="Malgun Gothic"/>
                <a:ea typeface="Malgun Gothic"/>
                <a:cs typeface="Malgun Gothic"/>
              </a:rPr>
              <a:t>수행을 데이터로 남기다</a:t>
            </a:r>
          </a:p>
        </p:txBody>
      </p:sp>
      <p:sp>
        <p:nvSpPr>
          <p:cNvPr id="5" name="">
            <a:extLst xmlns:a="http://schemas.openxmlformats.org/drawingml/2006/main">
              <a:ext uri="{FF2B5EF4-FFF2-40B4-BE49-F238E27FC236}">
                <a16:creationId xmlns:a16="http://schemas.microsoft.com/office/drawing/2014/main" id="{975D19FA-9FF7-4EC6-90FC-6EB40F007A02}"/>
              </a:ext>
            </a:extLst>
          </p:cNvPr>
          <p:cNvSpPr>
            <a:spLocks xmlns:a="http://schemas.openxmlformats.org/drawingml/2006/main" noGrp="1"/>
          </p:cNvSpPr>
          <p:nvPr/>
        </p:nvSpPr>
        <p:spPr>
          <a:xfrm xmlns:a="http://schemas.openxmlformats.org/drawingml/2006/main">
            <a:off x="571500" y="4981575"/>
            <a:ext cx="1143000" cy="47625"/>
          </a:xfrm>
          <a:prstGeom xmlns:a="http://schemas.openxmlformats.org/drawingml/2006/main" prst="rect">
            <a:avLst/>
          </a:prstGeom>
          <a:solidFill xmlns:a="http://schemas.openxmlformats.org/drawingml/2006/main">
            <a:srgbClr val="F4C243"/>
          </a:solidFill>
          <a:ln xmlns:a="http://schemas.openxmlformats.org/drawingml/2006/main" w="0">
            <a:noFill/>
            <a:prstDash val="solid"/>
          </a:ln>
        </p:spPr>
      </p:sp>
      <p:sp>
        <p:nvSpPr>
          <p:cNvPr id="6" name="cover-modes">
            <a:extLst xmlns:a="http://schemas.openxmlformats.org/drawingml/2006/main">
              <a:ext uri="{FF2B5EF4-FFF2-40B4-BE49-F238E27FC236}">
                <a16:creationId xmlns:a16="http://schemas.microsoft.com/office/drawing/2014/main" id="{D3AD4B04-D2A1-49DF-9C85-C25E56AAD13B}"/>
              </a:ext>
            </a:extLst>
          </p:cNvPr>
          <p:cNvSpPr>
            <a:spLocks xmlns:a="http://schemas.openxmlformats.org/drawingml/2006/main" noGrp="1"/>
          </p:cNvSpPr>
          <p:nvPr/>
        </p:nvSpPr>
        <p:spPr>
          <a:xfrm xmlns:a="http://schemas.openxmlformats.org/drawingml/2006/main">
            <a:off x="571500" y="5191125"/>
            <a:ext cx="3905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00A88A"/>
                </a:solidFill>
                <a:latin typeface="Malgun Gothic"/>
                <a:ea typeface="Malgun Gothic"/>
                <a:cs typeface="Malgun Gothic"/>
              </a:defRPr>
            </a:pPr>
            <a:r>
              <a:rPr sz="1350" b="1">
                <a:solidFill>
                  <a:srgbClr val="00A88A"/>
                </a:solidFill>
                <a:latin typeface="Malgun Gothic"/>
                <a:ea typeface="Malgun Gothic"/>
                <a:cs typeface="Malgun Gothic"/>
              </a:rPr>
              <a:t>TRAIN  ·  PRACTICE  ·  TEST</a:t>
            </a:r>
          </a:p>
        </p:txBody>
      </p:sp>
      <p:sp>
        <p:nvSpPr>
          <p:cNvPr id="7" name="">
            <a:extLst xmlns:a="http://schemas.openxmlformats.org/drawingml/2006/main">
              <a:ext uri="{FF2B5EF4-FFF2-40B4-BE49-F238E27FC236}">
                <a16:creationId xmlns:a16="http://schemas.microsoft.com/office/drawing/2014/main" id="{DE7221B8-B47C-4F49-8AB7-4F05FD71289A}"/>
              </a:ext>
            </a:extLst>
          </p:cNvPr>
          <p:cNvSpPr>
            <a:spLocks xmlns:a="http://schemas.openxmlformats.org/drawingml/2006/main" noGrp="1"/>
          </p:cNvSpPr>
          <p:nvPr/>
        </p:nvSpPr>
        <p:spPr>
          <a:xfrm xmlns:a="http://schemas.openxmlformats.org/drawingml/2006/main">
            <a:off x="6172200" y="476250"/>
            <a:ext cx="5467350" cy="5619750"/>
          </a:xfrm>
          <a:prstGeom xmlns:a="http://schemas.openxmlformats.org/drawingml/2006/main" prst="roundRect">
            <a:avLst>
              <a:gd name="adj" fmla="val 3136"/>
            </a:avLst>
          </a:prstGeom>
          <a:solidFill xmlns:a="http://schemas.openxmlformats.org/drawingml/2006/main">
            <a:srgbClr val="FFFFFF"/>
          </a:solidFill>
          <a:ln xmlns:a="http://schemas.openxmlformats.org/drawingml/2006/main" w="9525">
            <a:solidFill>
              <a:srgbClr val="B7C9D3"/>
            </a:solidFill>
            <a:prstDash val="solid"/>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ba71c102fdd64d16"/>
          <a:srcRect xmlns:a="http://schemas.openxmlformats.org/drawingml/2006/main" l="0" t="8863" r="0" b="8863"/>
          <a:stretch xmlns:a="http://schemas.openxmlformats.org/drawingml/2006/main">
            <a:fillRect l="0" t="0" r="0" b="0"/>
          </a:stretch>
        </p:blipFill>
        <p:spPr>
          <a:xfrm xmlns:a="http://schemas.openxmlformats.org/drawingml/2006/main">
            <a:off x="6191250" y="495300"/>
            <a:ext cx="5429250" cy="5581650"/>
          </a:xfrm>
          <a:prstGeom xmlns:a="http://schemas.openxmlformats.org/drawingml/2006/main" prst="roundRect">
            <a:avLst>
              <a:gd name="adj" fmla="val 2807"/>
            </a:avLst>
          </a:prstGeom>
        </p:spPr>
      </p:pic>
      <p:sp>
        <p:nvSpPr>
          <p:cNvPr id="9" name="cover-page">
            <a:extLst xmlns:a="http://schemas.openxmlformats.org/drawingml/2006/main">
              <a:ext uri="{FF2B5EF4-FFF2-40B4-BE49-F238E27FC236}">
                <a16:creationId xmlns:a16="http://schemas.microsoft.com/office/drawing/2014/main" id="{6FD85039-39CC-4714-A561-73696DAFA0ED}"/>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975" b="1">
                <a:solidFill>
                  <a:srgbClr val="546874"/>
                </a:solidFill>
                <a:latin typeface="Malgun Gothic"/>
                <a:ea typeface="Malgun Gothic"/>
                <a:cs typeface="Malgun Gothic"/>
              </a:defRPr>
            </a:pPr>
            <a:r>
              <a:rPr sz="975" b="1">
                <a:solidFill>
                  <a:srgbClr val="546874"/>
                </a:solidFill>
                <a:latin typeface="Malgun Gothic"/>
                <a:ea typeface="Malgun Gothic"/>
                <a:cs typeface="Malgun Gothic"/>
              </a:rPr>
              <a:t>01</a:t>
            </a:r>
          </a:p>
        </p:txBody>
      </p:sp>
    </p:spTree>
    <p:extLst>
      <p:ext uri="{BB962C8B-B14F-4D97-AF65-F5344CB8AC3E}">
        <p14:creationId xmlns:p14="http://schemas.microsoft.com/office/powerpoint/2010/main" val="701168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experience-title">
            <a:extLst xmlns:a="http://schemas.openxmlformats.org/drawingml/2006/main">
              <a:ext uri="{FF2B5EF4-FFF2-40B4-BE49-F238E27FC236}">
                <a16:creationId xmlns:a16="http://schemas.microsoft.com/office/drawing/2014/main" id="{517A5C09-0AA5-40DC-9288-FBA6B4AD126B}"/>
              </a:ext>
            </a:extLst>
          </p:cNvPr>
          <p:cNvSpPr>
            <a:spLocks xmlns:a="http://schemas.openxmlformats.org/drawingml/2006/main" noGrp="1"/>
          </p:cNvSpPr>
          <p:nvPr/>
        </p:nvSpPr>
        <p:spPr>
          <a:xfrm xmlns:a="http://schemas.openxmlformats.org/drawingml/2006/main">
            <a:off x="571500" y="438150"/>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225" b="1">
                <a:solidFill>
                  <a:srgbClr val="102531"/>
                </a:solidFill>
                <a:latin typeface="Malgun Gothic"/>
                <a:ea typeface="Malgun Gothic"/>
                <a:cs typeface="Malgun Gothic"/>
              </a:defRPr>
            </a:pPr>
            <a:r>
              <a:rPr sz="3225" b="1">
                <a:solidFill>
                  <a:srgbClr val="102531"/>
                </a:solidFill>
                <a:latin typeface="Malgun Gothic"/>
                <a:ea typeface="Malgun Gothic"/>
                <a:cs typeface="Malgun Gothic"/>
              </a:rPr>
              <a:t>교육·훈련·평가를 하나의 VR 공간에서 완성한다</a:t>
            </a:r>
          </a:p>
        </p:txBody>
      </p:sp>
      <p:sp>
        <p:nvSpPr>
          <p:cNvPr id="2" name="experience-subtitle">
            <a:extLst xmlns:a="http://schemas.openxmlformats.org/drawingml/2006/main">
              <a:ext uri="{FF2B5EF4-FFF2-40B4-BE49-F238E27FC236}">
                <a16:creationId xmlns:a16="http://schemas.microsoft.com/office/drawing/2014/main" id="{9F2817A0-3A97-4AE0-A2C5-A19742311BB2}"/>
              </a:ext>
            </a:extLst>
          </p:cNvPr>
          <p:cNvSpPr>
            <a:spLocks xmlns:a="http://schemas.openxmlformats.org/drawingml/2006/main" noGrp="1"/>
          </p:cNvSpPr>
          <p:nvPr/>
        </p:nvSpPr>
        <p:spPr>
          <a:xfrm xmlns:a="http://schemas.openxmlformats.org/drawingml/2006/main">
            <a:off x="571500" y="106680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1">
                <a:solidFill>
                  <a:srgbClr val="00A88A"/>
                </a:solidFill>
                <a:latin typeface="Malgun Gothic"/>
                <a:ea typeface="Malgun Gothic"/>
                <a:cs typeface="Malgun Gothic"/>
              </a:defRPr>
            </a:pPr>
            <a:r>
              <a:rPr sz="1500" b="1">
                <a:solidFill>
                  <a:srgbClr val="00A88A"/>
                </a:solidFill>
                <a:latin typeface="Malgun Gothic"/>
                <a:ea typeface="Malgun Gothic"/>
                <a:cs typeface="Malgun Gothic"/>
              </a:rPr>
              <a:t>작업계획 2종 × 학습모드 3종, 총 6개 수행 조합</a:t>
            </a:r>
          </a:p>
        </p:txBody>
      </p:sp>
      <p:sp>
        <p:nvSpPr>
          <p:cNvPr id="3" name="">
            <a:extLst xmlns:a="http://schemas.openxmlformats.org/drawingml/2006/main">
              <a:ext uri="{FF2B5EF4-FFF2-40B4-BE49-F238E27FC236}">
                <a16:creationId xmlns:a16="http://schemas.microsoft.com/office/drawing/2014/main" id="{6A2D1C8A-37D1-49C6-B55D-FA685C7DF2B1}"/>
              </a:ext>
            </a:extLst>
          </p:cNvPr>
          <p:cNvSpPr>
            <a:spLocks xmlns:a="http://schemas.openxmlformats.org/drawingml/2006/main" noGrp="1"/>
          </p:cNvSpPr>
          <p:nvPr/>
        </p:nvSpPr>
        <p:spPr>
          <a:xfrm xmlns:a="http://schemas.openxmlformats.org/drawingml/2006/main">
            <a:off x="552450" y="1543050"/>
            <a:ext cx="3562350" cy="2657475"/>
          </a:xfrm>
          <a:prstGeom xmlns:a="http://schemas.openxmlformats.org/drawingml/2006/main" prst="roundRect">
            <a:avLst>
              <a:gd name="adj" fmla="val 6452"/>
            </a:avLst>
          </a:prstGeom>
          <a:solidFill xmlns:a="http://schemas.openxmlformats.org/drawingml/2006/main">
            <a:srgbClr val="FFFFFF"/>
          </a:solidFill>
          <a:ln xmlns:a="http://schemas.openxmlformats.org/drawingml/2006/main" w="9525">
            <a:solidFill>
              <a:srgbClr val="B7C9D3"/>
            </a:solidFill>
            <a:prstDash val="solid"/>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25635293ccab4891"/>
          <a:srcRect xmlns:a="http://schemas.openxmlformats.org/drawingml/2006/main" l="12159" t="0" r="12159" b="0"/>
          <a:stretch xmlns:a="http://schemas.openxmlformats.org/drawingml/2006/main">
            <a:fillRect l="0" t="0" r="0" b="0"/>
          </a:stretch>
        </p:blipFill>
        <p:spPr>
          <a:xfrm xmlns:a="http://schemas.openxmlformats.org/drawingml/2006/main">
            <a:off x="571500" y="1562100"/>
            <a:ext cx="3524250" cy="2619375"/>
          </a:xfrm>
          <a:prstGeom xmlns:a="http://schemas.openxmlformats.org/drawingml/2006/main" prst="roundRect">
            <a:avLst>
              <a:gd name="adj" fmla="val 5818"/>
            </a:avLst>
          </a:prstGeom>
        </p:spPr>
      </p:pic>
      <p:sp>
        <p:nvSpPr>
          <p:cNvPr id="5" name="">
            <a:extLst xmlns:a="http://schemas.openxmlformats.org/drawingml/2006/main">
              <a:ext uri="{FF2B5EF4-FFF2-40B4-BE49-F238E27FC236}">
                <a16:creationId xmlns:a16="http://schemas.microsoft.com/office/drawing/2014/main" id="{8C07F6C1-A0AF-464A-85E0-8F1FD25E15EE}"/>
              </a:ext>
            </a:extLst>
          </p:cNvPr>
          <p:cNvSpPr>
            <a:spLocks xmlns:a="http://schemas.openxmlformats.org/drawingml/2006/main" noGrp="1"/>
          </p:cNvSpPr>
          <p:nvPr/>
        </p:nvSpPr>
        <p:spPr>
          <a:xfrm xmlns:a="http://schemas.openxmlformats.org/drawingml/2006/main">
            <a:off x="4314825" y="1543050"/>
            <a:ext cx="3562350" cy="2657475"/>
          </a:xfrm>
          <a:prstGeom xmlns:a="http://schemas.openxmlformats.org/drawingml/2006/main" prst="roundRect">
            <a:avLst>
              <a:gd name="adj" fmla="val 6452"/>
            </a:avLst>
          </a:prstGeom>
          <a:solidFill xmlns:a="http://schemas.openxmlformats.org/drawingml/2006/main">
            <a:srgbClr val="FFFFFF"/>
          </a:solidFill>
          <a:ln xmlns:a="http://schemas.openxmlformats.org/drawingml/2006/main" w="9525">
            <a:solidFill>
              <a:srgbClr val="B7C9D3"/>
            </a:solidFill>
            <a:prstDash val="solid"/>
          </a:ln>
        </p:spPr>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f03851747ad14167"/>
          <a:srcRect xmlns:a="http://schemas.openxmlformats.org/drawingml/2006/main" l="12159" t="0" r="12159" b="0"/>
          <a:stretch xmlns:a="http://schemas.openxmlformats.org/drawingml/2006/main">
            <a:fillRect l="0" t="0" r="0" b="0"/>
          </a:stretch>
        </p:blipFill>
        <p:spPr>
          <a:xfrm xmlns:a="http://schemas.openxmlformats.org/drawingml/2006/main">
            <a:off x="4333875" y="1562100"/>
            <a:ext cx="3524250" cy="2619375"/>
          </a:xfrm>
          <a:prstGeom xmlns:a="http://schemas.openxmlformats.org/drawingml/2006/main" prst="roundRect">
            <a:avLst>
              <a:gd name="adj" fmla="val 5818"/>
            </a:avLst>
          </a:prstGeom>
        </p:spPr>
      </p:pic>
      <p:sp>
        <p:nvSpPr>
          <p:cNvPr id="7" name="">
            <a:extLst xmlns:a="http://schemas.openxmlformats.org/drawingml/2006/main">
              <a:ext uri="{FF2B5EF4-FFF2-40B4-BE49-F238E27FC236}">
                <a16:creationId xmlns:a16="http://schemas.microsoft.com/office/drawing/2014/main" id="{C6DCE6DB-4095-453F-B419-6A6D0C4355B3}"/>
              </a:ext>
            </a:extLst>
          </p:cNvPr>
          <p:cNvSpPr>
            <a:spLocks xmlns:a="http://schemas.openxmlformats.org/drawingml/2006/main" noGrp="1"/>
          </p:cNvSpPr>
          <p:nvPr/>
        </p:nvSpPr>
        <p:spPr>
          <a:xfrm xmlns:a="http://schemas.openxmlformats.org/drawingml/2006/main">
            <a:off x="8077200" y="1543050"/>
            <a:ext cx="3562350" cy="2657475"/>
          </a:xfrm>
          <a:prstGeom xmlns:a="http://schemas.openxmlformats.org/drawingml/2006/main" prst="roundRect">
            <a:avLst>
              <a:gd name="adj" fmla="val 6452"/>
            </a:avLst>
          </a:prstGeom>
          <a:solidFill xmlns:a="http://schemas.openxmlformats.org/drawingml/2006/main">
            <a:srgbClr val="FFFFFF"/>
          </a:solidFill>
          <a:ln xmlns:a="http://schemas.openxmlformats.org/drawingml/2006/main" w="9525">
            <a:solidFill>
              <a:srgbClr val="B7C9D3"/>
            </a:solidFill>
            <a:prstDash val="solid"/>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e9eeccdab9c44372"/>
          <a:srcRect xmlns:a="http://schemas.openxmlformats.org/drawingml/2006/main" l="12159" t="0" r="12159" b="0"/>
          <a:stretch xmlns:a="http://schemas.openxmlformats.org/drawingml/2006/main">
            <a:fillRect l="0" t="0" r="0" b="0"/>
          </a:stretch>
        </p:blipFill>
        <p:spPr>
          <a:xfrm xmlns:a="http://schemas.openxmlformats.org/drawingml/2006/main">
            <a:off x="8096250" y="1562100"/>
            <a:ext cx="3524250" cy="2619375"/>
          </a:xfrm>
          <a:prstGeom xmlns:a="http://schemas.openxmlformats.org/drawingml/2006/main" prst="roundRect">
            <a:avLst>
              <a:gd name="adj" fmla="val 5818"/>
            </a:avLst>
          </a:prstGeom>
        </p:spPr>
      </p:pic>
      <p:sp>
        <p:nvSpPr>
          <p:cNvPr id="9" name="stage-01">
            <a:extLst xmlns:a="http://schemas.openxmlformats.org/drawingml/2006/main">
              <a:ext uri="{FF2B5EF4-FFF2-40B4-BE49-F238E27FC236}">
                <a16:creationId xmlns:a16="http://schemas.microsoft.com/office/drawing/2014/main" id="{F479847E-55D2-46A1-A6BB-687534286AE9}"/>
              </a:ext>
            </a:extLst>
          </p:cNvPr>
          <p:cNvSpPr>
            <a:spLocks xmlns:a="http://schemas.openxmlformats.org/drawingml/2006/main" noGrp="1"/>
          </p:cNvSpPr>
          <p:nvPr/>
        </p:nvSpPr>
        <p:spPr>
          <a:xfrm xmlns:a="http://schemas.openxmlformats.org/drawingml/2006/main">
            <a:off x="571500" y="4591050"/>
            <a:ext cx="523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1">
                <a:solidFill>
                  <a:srgbClr val="1679B4"/>
                </a:solidFill>
                <a:latin typeface="Malgun Gothic"/>
                <a:ea typeface="Malgun Gothic"/>
                <a:cs typeface="Malgun Gothic"/>
              </a:defRPr>
            </a:pPr>
            <a:r>
              <a:rPr sz="1425" b="1">
                <a:solidFill>
                  <a:srgbClr val="1679B4"/>
                </a:solidFill>
                <a:latin typeface="Malgun Gothic"/>
                <a:ea typeface="Malgun Gothic"/>
                <a:cs typeface="Malgun Gothic"/>
              </a:rPr>
              <a:t>01</a:t>
            </a:r>
          </a:p>
        </p:txBody>
      </p:sp>
      <p:sp>
        <p:nvSpPr>
          <p:cNvPr id="10" name="stage-head-01">
            <a:extLst xmlns:a="http://schemas.openxmlformats.org/drawingml/2006/main">
              <a:ext uri="{FF2B5EF4-FFF2-40B4-BE49-F238E27FC236}">
                <a16:creationId xmlns:a16="http://schemas.microsoft.com/office/drawing/2014/main" id="{E1B013ED-50E5-42AC-9C70-3327C0F40EFF}"/>
              </a:ext>
            </a:extLst>
          </p:cNvPr>
          <p:cNvSpPr>
            <a:spLocks xmlns:a="http://schemas.openxmlformats.org/drawingml/2006/main" noGrp="1"/>
          </p:cNvSpPr>
          <p:nvPr/>
        </p:nvSpPr>
        <p:spPr>
          <a:xfrm xmlns:a="http://schemas.openxmlformats.org/drawingml/2006/main">
            <a:off x="1181100" y="4543425"/>
            <a:ext cx="1285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100" b="1">
                <a:solidFill>
                  <a:srgbClr val="102531"/>
                </a:solidFill>
                <a:latin typeface="Malgun Gothic"/>
                <a:ea typeface="Malgun Gothic"/>
                <a:cs typeface="Malgun Gothic"/>
              </a:defRPr>
            </a:pPr>
            <a:r>
              <a:rPr sz="2100" b="1">
                <a:solidFill>
                  <a:srgbClr val="102531"/>
                </a:solidFill>
                <a:latin typeface="Malgun Gothic"/>
                <a:ea typeface="Malgun Gothic"/>
                <a:cs typeface="Malgun Gothic"/>
              </a:rPr>
              <a:t>판단</a:t>
            </a:r>
          </a:p>
        </p:txBody>
      </p:sp>
      <p:sp>
        <p:nvSpPr>
          <p:cNvPr id="11" name="">
            <a:extLst xmlns:a="http://schemas.openxmlformats.org/drawingml/2006/main">
              <a:ext uri="{FF2B5EF4-FFF2-40B4-BE49-F238E27FC236}">
                <a16:creationId xmlns:a16="http://schemas.microsoft.com/office/drawing/2014/main" id="{B0DB3D13-206A-4DC6-BD9D-E98262F8B4B0}"/>
              </a:ext>
            </a:extLst>
          </p:cNvPr>
          <p:cNvSpPr>
            <a:spLocks xmlns:a="http://schemas.openxmlformats.org/drawingml/2006/main" noGrp="1"/>
          </p:cNvSpPr>
          <p:nvPr/>
        </p:nvSpPr>
        <p:spPr>
          <a:xfrm xmlns:a="http://schemas.openxmlformats.org/drawingml/2006/main">
            <a:off x="571500" y="5057775"/>
            <a:ext cx="3524250" cy="19050"/>
          </a:xfrm>
          <a:prstGeom xmlns:a="http://schemas.openxmlformats.org/drawingml/2006/main" prst="rect">
            <a:avLst/>
          </a:prstGeom>
          <a:solidFill xmlns:a="http://schemas.openxmlformats.org/drawingml/2006/main">
            <a:srgbClr val="B7C9D3"/>
          </a:solidFill>
          <a:ln xmlns:a="http://schemas.openxmlformats.org/drawingml/2006/main" w="0">
            <a:noFill/>
            <a:prstDash val="solid"/>
          </a:ln>
        </p:spPr>
      </p:sp>
      <p:sp>
        <p:nvSpPr>
          <p:cNvPr id="12" name="stage-body-01">
            <a:extLst xmlns:a="http://schemas.openxmlformats.org/drawingml/2006/main">
              <a:ext uri="{FF2B5EF4-FFF2-40B4-BE49-F238E27FC236}">
                <a16:creationId xmlns:a16="http://schemas.microsoft.com/office/drawing/2014/main" id="{536476CF-4595-4923-A23A-EB9C00993DE8}"/>
              </a:ext>
            </a:extLst>
          </p:cNvPr>
          <p:cNvSpPr>
            <a:spLocks xmlns:a="http://schemas.openxmlformats.org/drawingml/2006/main" noGrp="1"/>
          </p:cNvSpPr>
          <p:nvPr/>
        </p:nvSpPr>
        <p:spPr>
          <a:xfrm xmlns:a="http://schemas.openxmlformats.org/drawingml/2006/main">
            <a:off x="571500" y="5219700"/>
            <a:ext cx="3524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0">
                <a:solidFill>
                  <a:srgbClr val="546874"/>
                </a:solidFill>
                <a:latin typeface="Malgun Gothic"/>
                <a:ea typeface="Malgun Gothic"/>
                <a:cs typeface="Malgun Gothic"/>
              </a:defRPr>
            </a:pPr>
            <a:r>
              <a:rPr sz="1500" b="0">
                <a:solidFill>
                  <a:srgbClr val="546874"/>
                </a:solidFill>
                <a:latin typeface="Malgun Gothic"/>
                <a:ea typeface="Malgun Gothic"/>
                <a:cs typeface="Malgun Gothic"/>
              </a:rPr>
              <a:t>밀폐공간·누출대응 작업계획을 선택한다</a:t>
            </a:r>
          </a:p>
        </p:txBody>
      </p:sp>
      <p:sp>
        <p:nvSpPr>
          <p:cNvPr id="13" name="stage-02">
            <a:extLst xmlns:a="http://schemas.openxmlformats.org/drawingml/2006/main">
              <a:ext uri="{FF2B5EF4-FFF2-40B4-BE49-F238E27FC236}">
                <a16:creationId xmlns:a16="http://schemas.microsoft.com/office/drawing/2014/main" id="{409A564B-10B3-48F8-85B8-F18580ED1B06}"/>
              </a:ext>
            </a:extLst>
          </p:cNvPr>
          <p:cNvSpPr>
            <a:spLocks xmlns:a="http://schemas.openxmlformats.org/drawingml/2006/main" noGrp="1"/>
          </p:cNvSpPr>
          <p:nvPr/>
        </p:nvSpPr>
        <p:spPr>
          <a:xfrm xmlns:a="http://schemas.openxmlformats.org/drawingml/2006/main">
            <a:off x="4333875" y="4591050"/>
            <a:ext cx="523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1">
                <a:solidFill>
                  <a:srgbClr val="1679B4"/>
                </a:solidFill>
                <a:latin typeface="Malgun Gothic"/>
                <a:ea typeface="Malgun Gothic"/>
                <a:cs typeface="Malgun Gothic"/>
              </a:defRPr>
            </a:pPr>
            <a:r>
              <a:rPr sz="1425" b="1">
                <a:solidFill>
                  <a:srgbClr val="1679B4"/>
                </a:solidFill>
                <a:latin typeface="Malgun Gothic"/>
                <a:ea typeface="Malgun Gothic"/>
                <a:cs typeface="Malgun Gothic"/>
              </a:rPr>
              <a:t>02</a:t>
            </a:r>
          </a:p>
        </p:txBody>
      </p:sp>
      <p:sp>
        <p:nvSpPr>
          <p:cNvPr id="14" name="stage-head-02">
            <a:extLst xmlns:a="http://schemas.openxmlformats.org/drawingml/2006/main">
              <a:ext uri="{FF2B5EF4-FFF2-40B4-BE49-F238E27FC236}">
                <a16:creationId xmlns:a16="http://schemas.microsoft.com/office/drawing/2014/main" id="{2C126EE8-7186-4DA5-B7F6-A53E6E2B2AF9}"/>
              </a:ext>
            </a:extLst>
          </p:cNvPr>
          <p:cNvSpPr>
            <a:spLocks xmlns:a="http://schemas.openxmlformats.org/drawingml/2006/main" noGrp="1"/>
          </p:cNvSpPr>
          <p:nvPr/>
        </p:nvSpPr>
        <p:spPr>
          <a:xfrm xmlns:a="http://schemas.openxmlformats.org/drawingml/2006/main">
            <a:off x="4943475" y="4543425"/>
            <a:ext cx="1285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100" b="1">
                <a:solidFill>
                  <a:srgbClr val="102531"/>
                </a:solidFill>
                <a:latin typeface="Malgun Gothic"/>
                <a:ea typeface="Malgun Gothic"/>
                <a:cs typeface="Malgun Gothic"/>
              </a:defRPr>
            </a:pPr>
            <a:r>
              <a:rPr sz="2100" b="1">
                <a:solidFill>
                  <a:srgbClr val="102531"/>
                </a:solidFill>
                <a:latin typeface="Malgun Gothic"/>
                <a:ea typeface="Malgun Gothic"/>
                <a:cs typeface="Malgun Gothic"/>
              </a:rPr>
              <a:t>행동</a:t>
            </a:r>
          </a:p>
        </p:txBody>
      </p:sp>
      <p:sp>
        <p:nvSpPr>
          <p:cNvPr id="15" name="">
            <a:extLst xmlns:a="http://schemas.openxmlformats.org/drawingml/2006/main">
              <a:ext uri="{FF2B5EF4-FFF2-40B4-BE49-F238E27FC236}">
                <a16:creationId xmlns:a16="http://schemas.microsoft.com/office/drawing/2014/main" id="{FF0EA7C8-F14D-4E96-8C1C-3307FF3D6A5E}"/>
              </a:ext>
            </a:extLst>
          </p:cNvPr>
          <p:cNvSpPr>
            <a:spLocks xmlns:a="http://schemas.openxmlformats.org/drawingml/2006/main" noGrp="1"/>
          </p:cNvSpPr>
          <p:nvPr/>
        </p:nvSpPr>
        <p:spPr>
          <a:xfrm xmlns:a="http://schemas.openxmlformats.org/drawingml/2006/main">
            <a:off x="4333875" y="5057775"/>
            <a:ext cx="3524250" cy="19050"/>
          </a:xfrm>
          <a:prstGeom xmlns:a="http://schemas.openxmlformats.org/drawingml/2006/main" prst="rect">
            <a:avLst/>
          </a:prstGeom>
          <a:solidFill xmlns:a="http://schemas.openxmlformats.org/drawingml/2006/main">
            <a:srgbClr val="B7C9D3"/>
          </a:solidFill>
          <a:ln xmlns:a="http://schemas.openxmlformats.org/drawingml/2006/main" w="0">
            <a:noFill/>
            <a:prstDash val="solid"/>
          </a:ln>
        </p:spPr>
      </p:sp>
      <p:sp>
        <p:nvSpPr>
          <p:cNvPr id="16" name="stage-body-02">
            <a:extLst xmlns:a="http://schemas.openxmlformats.org/drawingml/2006/main">
              <a:ext uri="{FF2B5EF4-FFF2-40B4-BE49-F238E27FC236}">
                <a16:creationId xmlns:a16="http://schemas.microsoft.com/office/drawing/2014/main" id="{46251163-B903-4518-9DE3-330E5B87F0F2}"/>
              </a:ext>
            </a:extLst>
          </p:cNvPr>
          <p:cNvSpPr>
            <a:spLocks xmlns:a="http://schemas.openxmlformats.org/drawingml/2006/main" noGrp="1"/>
          </p:cNvSpPr>
          <p:nvPr/>
        </p:nvSpPr>
        <p:spPr>
          <a:xfrm xmlns:a="http://schemas.openxmlformats.org/drawingml/2006/main">
            <a:off x="4333875" y="5219700"/>
            <a:ext cx="3524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0">
                <a:solidFill>
                  <a:srgbClr val="546874"/>
                </a:solidFill>
                <a:latin typeface="Malgun Gothic"/>
                <a:ea typeface="Malgun Gothic"/>
                <a:cs typeface="Malgun Gothic"/>
              </a:defRPr>
            </a:pPr>
            <a:r>
              <a:rPr sz="1500" b="0">
                <a:solidFill>
                  <a:srgbClr val="546874"/>
                </a:solidFill>
                <a:latin typeface="Malgun Gothic"/>
                <a:ea typeface="Malgun Gothic"/>
                <a:cs typeface="Malgun Gothic"/>
              </a:rPr>
              <a:t>PPE를 검사하고 직접 잡아 착용한다</a:t>
            </a:r>
          </a:p>
        </p:txBody>
      </p:sp>
      <p:sp>
        <p:nvSpPr>
          <p:cNvPr id="17" name="stage-03">
            <a:extLst xmlns:a="http://schemas.openxmlformats.org/drawingml/2006/main">
              <a:ext uri="{FF2B5EF4-FFF2-40B4-BE49-F238E27FC236}">
                <a16:creationId xmlns:a16="http://schemas.microsoft.com/office/drawing/2014/main" id="{3FEF9950-E530-4FE4-85D0-48A6DED4FC60}"/>
              </a:ext>
            </a:extLst>
          </p:cNvPr>
          <p:cNvSpPr>
            <a:spLocks xmlns:a="http://schemas.openxmlformats.org/drawingml/2006/main" noGrp="1"/>
          </p:cNvSpPr>
          <p:nvPr/>
        </p:nvSpPr>
        <p:spPr>
          <a:xfrm xmlns:a="http://schemas.openxmlformats.org/drawingml/2006/main">
            <a:off x="8096250" y="4591050"/>
            <a:ext cx="523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1">
                <a:solidFill>
                  <a:srgbClr val="1679B4"/>
                </a:solidFill>
                <a:latin typeface="Malgun Gothic"/>
                <a:ea typeface="Malgun Gothic"/>
                <a:cs typeface="Malgun Gothic"/>
              </a:defRPr>
            </a:pPr>
            <a:r>
              <a:rPr sz="1425" b="1">
                <a:solidFill>
                  <a:srgbClr val="1679B4"/>
                </a:solidFill>
                <a:latin typeface="Malgun Gothic"/>
                <a:ea typeface="Malgun Gothic"/>
                <a:cs typeface="Malgun Gothic"/>
              </a:rPr>
              <a:t>03</a:t>
            </a:r>
          </a:p>
        </p:txBody>
      </p:sp>
      <p:sp>
        <p:nvSpPr>
          <p:cNvPr id="18" name="stage-head-03">
            <a:extLst xmlns:a="http://schemas.openxmlformats.org/drawingml/2006/main">
              <a:ext uri="{FF2B5EF4-FFF2-40B4-BE49-F238E27FC236}">
                <a16:creationId xmlns:a16="http://schemas.microsoft.com/office/drawing/2014/main" id="{DB1E7A96-9C1F-4499-85BC-BCCBBD5BE139}"/>
              </a:ext>
            </a:extLst>
          </p:cNvPr>
          <p:cNvSpPr>
            <a:spLocks xmlns:a="http://schemas.openxmlformats.org/drawingml/2006/main" noGrp="1"/>
          </p:cNvSpPr>
          <p:nvPr/>
        </p:nvSpPr>
        <p:spPr>
          <a:xfrm xmlns:a="http://schemas.openxmlformats.org/drawingml/2006/main">
            <a:off x="8705850" y="4543425"/>
            <a:ext cx="1285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100" b="1">
                <a:solidFill>
                  <a:srgbClr val="102531"/>
                </a:solidFill>
                <a:latin typeface="Malgun Gothic"/>
                <a:ea typeface="Malgun Gothic"/>
                <a:cs typeface="Malgun Gothic"/>
              </a:defRPr>
            </a:pPr>
            <a:r>
              <a:rPr sz="2100" b="1">
                <a:solidFill>
                  <a:srgbClr val="102531"/>
                </a:solidFill>
                <a:latin typeface="Malgun Gothic"/>
                <a:ea typeface="Malgun Gothic"/>
                <a:cs typeface="Malgun Gothic"/>
              </a:rPr>
              <a:t>평가</a:t>
            </a:r>
          </a:p>
        </p:txBody>
      </p:sp>
      <p:sp>
        <p:nvSpPr>
          <p:cNvPr id="19" name="">
            <a:extLst xmlns:a="http://schemas.openxmlformats.org/drawingml/2006/main">
              <a:ext uri="{FF2B5EF4-FFF2-40B4-BE49-F238E27FC236}">
                <a16:creationId xmlns:a16="http://schemas.microsoft.com/office/drawing/2014/main" id="{BE5CD7D2-74FF-48F9-84B0-B13E172ADF92}"/>
              </a:ext>
            </a:extLst>
          </p:cNvPr>
          <p:cNvSpPr>
            <a:spLocks xmlns:a="http://schemas.openxmlformats.org/drawingml/2006/main" noGrp="1"/>
          </p:cNvSpPr>
          <p:nvPr/>
        </p:nvSpPr>
        <p:spPr>
          <a:xfrm xmlns:a="http://schemas.openxmlformats.org/drawingml/2006/main">
            <a:off x="8096250" y="5057775"/>
            <a:ext cx="3524250" cy="19050"/>
          </a:xfrm>
          <a:prstGeom xmlns:a="http://schemas.openxmlformats.org/drawingml/2006/main" prst="rect">
            <a:avLst/>
          </a:prstGeom>
          <a:solidFill xmlns:a="http://schemas.openxmlformats.org/drawingml/2006/main">
            <a:srgbClr val="B7C9D3"/>
          </a:solidFill>
          <a:ln xmlns:a="http://schemas.openxmlformats.org/drawingml/2006/main" w="0">
            <a:noFill/>
            <a:prstDash val="solid"/>
          </a:ln>
        </p:spPr>
      </p:sp>
      <p:sp>
        <p:nvSpPr>
          <p:cNvPr id="20" name="stage-body-03">
            <a:extLst xmlns:a="http://schemas.openxmlformats.org/drawingml/2006/main">
              <a:ext uri="{FF2B5EF4-FFF2-40B4-BE49-F238E27FC236}">
                <a16:creationId xmlns:a16="http://schemas.microsoft.com/office/drawing/2014/main" id="{112CE679-AB34-4C38-A649-A72937C9C9DC}"/>
              </a:ext>
            </a:extLst>
          </p:cNvPr>
          <p:cNvSpPr>
            <a:spLocks xmlns:a="http://schemas.openxmlformats.org/drawingml/2006/main" noGrp="1"/>
          </p:cNvSpPr>
          <p:nvPr/>
        </p:nvSpPr>
        <p:spPr>
          <a:xfrm xmlns:a="http://schemas.openxmlformats.org/drawingml/2006/main">
            <a:off x="8096250" y="5219700"/>
            <a:ext cx="3524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0">
                <a:solidFill>
                  <a:srgbClr val="546874"/>
                </a:solidFill>
                <a:latin typeface="Malgun Gothic"/>
                <a:ea typeface="Malgun Gothic"/>
                <a:cs typeface="Malgun Gothic"/>
              </a:defRPr>
            </a:pPr>
            <a:r>
              <a:rPr sz="1500" b="0">
                <a:solidFill>
                  <a:srgbClr val="546874"/>
                </a:solidFill>
                <a:latin typeface="Malgun Gothic"/>
                <a:ea typeface="Malgun Gothic"/>
                <a:cs typeface="Malgun Gothic"/>
              </a:rPr>
              <a:t>태블릿 확인과 퀴즈로 수행을 마무리한다</a:t>
            </a:r>
          </a:p>
        </p:txBody>
      </p:sp>
      <p:sp>
        <p:nvSpPr>
          <p:cNvPr id="21" name="footer-brand-2">
            <a:extLst xmlns:a="http://schemas.openxmlformats.org/drawingml/2006/main">
              <a:ext uri="{FF2B5EF4-FFF2-40B4-BE49-F238E27FC236}">
                <a16:creationId xmlns:a16="http://schemas.microsoft.com/office/drawing/2014/main" id="{C207A126-9ECC-460B-934C-2BBA2857724E}"/>
              </a:ext>
            </a:extLst>
          </p:cNvPr>
          <p:cNvSpPr>
            <a:spLocks xmlns:a="http://schemas.openxmlformats.org/drawingml/2006/main" noGrp="1"/>
          </p:cNvSpPr>
          <p:nvPr/>
        </p:nvSpPr>
        <p:spPr>
          <a:xfrm xmlns:a="http://schemas.openxmlformats.org/drawingml/2006/main">
            <a:off x="571500" y="6486525"/>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546874"/>
                </a:solidFill>
                <a:latin typeface="Malgun Gothic"/>
                <a:ea typeface="Malgun Gothic"/>
                <a:cs typeface="Malgun Gothic"/>
              </a:defRPr>
            </a:pPr>
            <a:r>
              <a:rPr sz="900" b="1">
                <a:solidFill>
                  <a:srgbClr val="546874"/>
                </a:solidFill>
                <a:latin typeface="Malgun Gothic"/>
                <a:ea typeface="Malgun Gothic"/>
                <a:cs typeface="Malgun Gothic"/>
              </a:rPr>
              <a:t>TYCHE CHEMICAL SAFETY TRAINING</a:t>
            </a:r>
          </a:p>
        </p:txBody>
      </p:sp>
      <p:sp>
        <p:nvSpPr>
          <p:cNvPr id="22" name="footer-page-2">
            <a:extLst xmlns:a="http://schemas.openxmlformats.org/drawingml/2006/main">
              <a:ext uri="{FF2B5EF4-FFF2-40B4-BE49-F238E27FC236}">
                <a16:creationId xmlns:a16="http://schemas.microsoft.com/office/drawing/2014/main" id="{CC629692-D212-4894-A4C1-1CBEC9304F25}"/>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975" b="1">
                <a:solidFill>
                  <a:srgbClr val="546874"/>
                </a:solidFill>
                <a:latin typeface="Malgun Gothic"/>
                <a:ea typeface="Malgun Gothic"/>
                <a:cs typeface="Malgun Gothic"/>
              </a:defRPr>
            </a:pPr>
            <a:r>
              <a:rPr sz="975" b="1">
                <a:solidFill>
                  <a:srgbClr val="546874"/>
                </a:solidFill>
                <a:latin typeface="Malgun Gothic"/>
                <a:ea typeface="Malgun Gothic"/>
                <a:cs typeface="Malgun Gothic"/>
              </a:rPr>
              <a:t>02</a:t>
            </a:r>
          </a:p>
        </p:txBody>
      </p:sp>
    </p:spTree>
    <p:extLst>
      <p:ext uri="{BB962C8B-B14F-4D97-AF65-F5344CB8AC3E}">
        <p14:creationId xmlns:p14="http://schemas.microsoft.com/office/powerpoint/2010/main" val="629199538"/>
      </p:ext>
    </p:extLst>
  </p:cSld>
</p:sld>
</file>

<file path=ppt/slides/slide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0" name="interaction-title">
            <a:extLst xmlns:a="http://schemas.openxmlformats.org/drawingml/2006/main">
              <a:ext uri="{FF2B5EF4-FFF2-40B4-BE49-F238E27FC236}">
                <a16:creationId xmlns:a16="http://schemas.microsoft.com/office/drawing/2014/main" id="{75A10808-56CF-4404-89E8-3382366DC1FB}"/>
              </a:ext>
            </a:extLst>
          </p:cNvPr>
          <p:cNvSpPr>
            <a:spLocks xmlns:a="http://schemas.openxmlformats.org/drawingml/2006/main" noGrp="1"/>
          </p:cNvSpPr>
          <p:nvPr/>
        </p:nvSpPr>
        <p:spPr>
          <a:xfrm xmlns:a="http://schemas.openxmlformats.org/drawingml/2006/main">
            <a:off x="571500" y="438150"/>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225" b="1">
                <a:solidFill>
                  <a:srgbClr val="102531"/>
                </a:solidFill>
                <a:latin typeface="Malgun Gothic"/>
                <a:ea typeface="Malgun Gothic"/>
                <a:cs typeface="Malgun Gothic"/>
              </a:defRPr>
            </a:pPr>
            <a:r>
              <a:rPr sz="3225" b="1">
                <a:solidFill>
                  <a:srgbClr val="102531"/>
                </a:solidFill>
                <a:latin typeface="Malgun Gothic"/>
                <a:ea typeface="Malgun Gothic"/>
                <a:cs typeface="Malgun Gothic"/>
              </a:rPr>
              <a:t>안전 지식을 실제 판단과 행동으로 바꾼다</a:t>
            </a:r>
          </a:p>
        </p:txBody>
      </p:sp>
      <p:sp>
        <p:nvSpPr>
          <p:cNvPr id="2" name="">
            <a:extLst xmlns:a="http://schemas.openxmlformats.org/drawingml/2006/main">
              <a:ext uri="{FF2B5EF4-FFF2-40B4-BE49-F238E27FC236}">
                <a16:creationId xmlns:a16="http://schemas.microsoft.com/office/drawing/2014/main" id="{776822F6-1FB3-4CAD-A042-633EEE6E2038}"/>
              </a:ext>
            </a:extLst>
          </p:cNvPr>
          <p:cNvSpPr>
            <a:spLocks xmlns:a="http://schemas.openxmlformats.org/drawingml/2006/main" noGrp="1"/>
          </p:cNvSpPr>
          <p:nvPr/>
        </p:nvSpPr>
        <p:spPr>
          <a:xfrm xmlns:a="http://schemas.openxmlformats.org/drawingml/2006/main">
            <a:off x="552450" y="1362075"/>
            <a:ext cx="5848350" cy="4657725"/>
          </a:xfrm>
          <a:prstGeom xmlns:a="http://schemas.openxmlformats.org/drawingml/2006/main" prst="roundRect">
            <a:avLst>
              <a:gd name="adj" fmla="val 3681"/>
            </a:avLst>
          </a:prstGeom>
          <a:solidFill xmlns:a="http://schemas.openxmlformats.org/drawingml/2006/main">
            <a:srgbClr val="FFFFFF"/>
          </a:solidFill>
          <a:ln xmlns:a="http://schemas.openxmlformats.org/drawingml/2006/main" w="9525">
            <a:solidFill>
              <a:srgbClr val="B7C9D3"/>
            </a:solidFill>
            <a:prstDash val="solid"/>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0e02ec4bb12a476b"/>
          <a:srcRect xmlns:a="http://schemas.openxmlformats.org/drawingml/2006/main" l="14527" t="0" r="14527" b="0"/>
          <a:stretch xmlns:a="http://schemas.openxmlformats.org/drawingml/2006/main">
            <a:fillRect l="0" t="0" r="0" b="0"/>
          </a:stretch>
        </p:blipFill>
        <p:spPr>
          <a:xfrm xmlns:a="http://schemas.openxmlformats.org/drawingml/2006/main">
            <a:off x="571500" y="1381125"/>
            <a:ext cx="5810250" cy="4619625"/>
          </a:xfrm>
          <a:prstGeom xmlns:a="http://schemas.openxmlformats.org/drawingml/2006/main" prst="roundRect">
            <a:avLst>
              <a:gd name="adj" fmla="val 3299"/>
            </a:avLst>
          </a:prstGeom>
        </p:spPr>
      </p:pic>
      <p:sp>
        <p:nvSpPr>
          <p:cNvPr id="4" name="">
            <a:extLst xmlns:a="http://schemas.openxmlformats.org/drawingml/2006/main">
              <a:ext uri="{FF2B5EF4-FFF2-40B4-BE49-F238E27FC236}">
                <a16:creationId xmlns:a16="http://schemas.microsoft.com/office/drawing/2014/main" id="{A827679E-E17C-4F60-8599-794B82C871A8}"/>
              </a:ext>
            </a:extLst>
          </p:cNvPr>
          <p:cNvSpPr>
            <a:spLocks xmlns:a="http://schemas.openxmlformats.org/drawingml/2006/main" noGrp="1"/>
          </p:cNvSpPr>
          <p:nvPr/>
        </p:nvSpPr>
        <p:spPr>
          <a:xfrm xmlns:a="http://schemas.openxmlformats.org/drawingml/2006/main">
            <a:off x="6743700" y="1362075"/>
            <a:ext cx="4895850" cy="2371725"/>
          </a:xfrm>
          <a:prstGeom xmlns:a="http://schemas.openxmlformats.org/drawingml/2006/main" prst="roundRect">
            <a:avLst>
              <a:gd name="adj" fmla="val 7229"/>
            </a:avLst>
          </a:prstGeom>
          <a:solidFill xmlns:a="http://schemas.openxmlformats.org/drawingml/2006/main">
            <a:srgbClr val="FFFFFF"/>
          </a:solidFill>
          <a:ln xmlns:a="http://schemas.openxmlformats.org/drawingml/2006/main" w="9525">
            <a:solidFill>
              <a:srgbClr val="B7C9D3"/>
            </a:solidFill>
            <a:prstDash val="solid"/>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a0024aa4c7d544ca"/>
          <a:srcRect xmlns:a="http://schemas.openxmlformats.org/drawingml/2006/main" l="0" t="7298" r="0" b="7298"/>
          <a:stretch xmlns:a="http://schemas.openxmlformats.org/drawingml/2006/main">
            <a:fillRect l="0" t="0" r="0" b="0"/>
          </a:stretch>
        </p:blipFill>
        <p:spPr>
          <a:xfrm xmlns:a="http://schemas.openxmlformats.org/drawingml/2006/main">
            <a:off x="6762750" y="1381125"/>
            <a:ext cx="4857750" cy="2333625"/>
          </a:xfrm>
          <a:prstGeom xmlns:a="http://schemas.openxmlformats.org/drawingml/2006/main" prst="roundRect">
            <a:avLst>
              <a:gd name="adj" fmla="val 6531"/>
            </a:avLst>
          </a:prstGeom>
        </p:spPr>
      </p:pic>
      <p:sp>
        <p:nvSpPr>
          <p:cNvPr id="6" name="">
            <a:extLst xmlns:a="http://schemas.openxmlformats.org/drawingml/2006/main">
              <a:ext uri="{FF2B5EF4-FFF2-40B4-BE49-F238E27FC236}">
                <a16:creationId xmlns:a16="http://schemas.microsoft.com/office/drawing/2014/main" id="{7944FD8A-C148-418A-905A-E1186B75A970}"/>
              </a:ext>
            </a:extLst>
          </p:cNvPr>
          <p:cNvSpPr>
            <a:spLocks xmlns:a="http://schemas.openxmlformats.org/drawingml/2006/main" noGrp="1"/>
          </p:cNvSpPr>
          <p:nvPr/>
        </p:nvSpPr>
        <p:spPr>
          <a:xfrm xmlns:a="http://schemas.openxmlformats.org/drawingml/2006/main">
            <a:off x="6762750" y="4086225"/>
            <a:ext cx="266700" cy="266700"/>
          </a:xfrm>
          <a:prstGeom xmlns:a="http://schemas.openxmlformats.org/drawingml/2006/main" prst="ellipse">
            <a:avLst/>
          </a:prstGeom>
          <a:solidFill xmlns:a="http://schemas.openxmlformats.org/drawingml/2006/main">
            <a:srgbClr val="1679B4"/>
          </a:solidFill>
          <a:ln xmlns:a="http://schemas.openxmlformats.org/drawingml/2006/main" w="0">
            <a:noFill/>
            <a:prstDash val="solid"/>
          </a:ln>
        </p:spPr>
      </p:sp>
      <p:sp>
        <p:nvSpPr>
          <p:cNvPr id="7" name="interaction-number-1">
            <a:extLst xmlns:a="http://schemas.openxmlformats.org/drawingml/2006/main">
              <a:ext uri="{FF2B5EF4-FFF2-40B4-BE49-F238E27FC236}">
                <a16:creationId xmlns:a16="http://schemas.microsoft.com/office/drawing/2014/main" id="{50351DB3-439E-40B9-9CF9-26F6246F1562}"/>
              </a:ext>
            </a:extLst>
          </p:cNvPr>
          <p:cNvSpPr>
            <a:spLocks xmlns:a="http://schemas.openxmlformats.org/drawingml/2006/main" noGrp="1"/>
          </p:cNvSpPr>
          <p:nvPr/>
        </p:nvSpPr>
        <p:spPr>
          <a:xfrm xmlns:a="http://schemas.openxmlformats.org/drawingml/2006/main">
            <a:off x="6762750" y="4105275"/>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125" b="1">
                <a:solidFill>
                  <a:srgbClr val="FFFFFF"/>
                </a:solidFill>
                <a:latin typeface="Malgun Gothic"/>
                <a:ea typeface="Malgun Gothic"/>
                <a:cs typeface="Malgun Gothic"/>
              </a:defRPr>
            </a:pPr>
            <a:r>
              <a:rPr sz="1125" b="1">
                <a:solidFill>
                  <a:srgbClr val="FFFFFF"/>
                </a:solidFill>
                <a:latin typeface="Malgun Gothic"/>
                <a:ea typeface="Malgun Gothic"/>
                <a:cs typeface="Malgun Gothic"/>
              </a:rPr>
              <a:t>1</a:t>
            </a:r>
          </a:p>
        </p:txBody>
      </p:sp>
      <p:sp>
        <p:nvSpPr>
          <p:cNvPr id="8" name="interaction-head-1">
            <a:extLst xmlns:a="http://schemas.openxmlformats.org/drawingml/2006/main">
              <a:ext uri="{FF2B5EF4-FFF2-40B4-BE49-F238E27FC236}">
                <a16:creationId xmlns:a16="http://schemas.microsoft.com/office/drawing/2014/main" id="{655CD86D-5DD6-4B4F-94AE-B3C830822284}"/>
              </a:ext>
            </a:extLst>
          </p:cNvPr>
          <p:cNvSpPr>
            <a:spLocks xmlns:a="http://schemas.openxmlformats.org/drawingml/2006/main" noGrp="1"/>
          </p:cNvSpPr>
          <p:nvPr/>
        </p:nvSpPr>
        <p:spPr>
          <a:xfrm xmlns:a="http://schemas.openxmlformats.org/drawingml/2006/main">
            <a:off x="7181850" y="4067175"/>
            <a:ext cx="1952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00" b="1">
                <a:solidFill>
                  <a:srgbClr val="102531"/>
                </a:solidFill>
                <a:latin typeface="Malgun Gothic"/>
                <a:ea typeface="Malgun Gothic"/>
                <a:cs typeface="Malgun Gothic"/>
              </a:defRPr>
            </a:pPr>
            <a:r>
              <a:rPr sz="1800" b="1">
                <a:solidFill>
                  <a:srgbClr val="102531"/>
                </a:solidFill>
                <a:latin typeface="Malgun Gothic"/>
                <a:ea typeface="Malgun Gothic"/>
                <a:cs typeface="Malgun Gothic"/>
              </a:rPr>
              <a:t>근접 상호작용</a:t>
            </a:r>
          </a:p>
        </p:txBody>
      </p:sp>
      <p:sp>
        <p:nvSpPr>
          <p:cNvPr id="9" name="interaction-body-1">
            <a:extLst xmlns:a="http://schemas.openxmlformats.org/drawingml/2006/main">
              <a:ext uri="{FF2B5EF4-FFF2-40B4-BE49-F238E27FC236}">
                <a16:creationId xmlns:a16="http://schemas.microsoft.com/office/drawing/2014/main" id="{A617673E-E41D-4559-9D64-A80EA04F37C8}"/>
              </a:ext>
            </a:extLst>
          </p:cNvPr>
          <p:cNvSpPr>
            <a:spLocks xmlns:a="http://schemas.openxmlformats.org/drawingml/2006/main" noGrp="1"/>
          </p:cNvSpPr>
          <p:nvPr/>
        </p:nvSpPr>
        <p:spPr>
          <a:xfrm xmlns:a="http://schemas.openxmlformats.org/drawingml/2006/main">
            <a:off x="9144000" y="4086225"/>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0">
                <a:solidFill>
                  <a:srgbClr val="546874"/>
                </a:solidFill>
                <a:latin typeface="Malgun Gothic"/>
                <a:ea typeface="Malgun Gothic"/>
                <a:cs typeface="Malgun Gothic"/>
              </a:defRPr>
            </a:pPr>
            <a:r>
              <a:rPr sz="1350" b="0">
                <a:solidFill>
                  <a:srgbClr val="546874"/>
                </a:solidFill>
                <a:latin typeface="Malgun Gothic"/>
                <a:ea typeface="Malgun Gothic"/>
                <a:cs typeface="Malgun Gothic"/>
              </a:rPr>
              <a:t>손으로 가까이 잡아 장비 선택</a:t>
            </a:r>
          </a:p>
        </p:txBody>
      </p:sp>
      <p:sp>
        <p:nvSpPr>
          <p:cNvPr id="10" name="">
            <a:extLst xmlns:a="http://schemas.openxmlformats.org/drawingml/2006/main">
              <a:ext uri="{FF2B5EF4-FFF2-40B4-BE49-F238E27FC236}">
                <a16:creationId xmlns:a16="http://schemas.microsoft.com/office/drawing/2014/main" id="{E3BA4992-8340-44C9-86C2-C8340961B305}"/>
              </a:ext>
            </a:extLst>
          </p:cNvPr>
          <p:cNvSpPr>
            <a:spLocks xmlns:a="http://schemas.openxmlformats.org/drawingml/2006/main" noGrp="1"/>
          </p:cNvSpPr>
          <p:nvPr/>
        </p:nvSpPr>
        <p:spPr>
          <a:xfrm xmlns:a="http://schemas.openxmlformats.org/drawingml/2006/main">
            <a:off x="6762750" y="4752975"/>
            <a:ext cx="266700" cy="266700"/>
          </a:xfrm>
          <a:prstGeom xmlns:a="http://schemas.openxmlformats.org/drawingml/2006/main" prst="ellipse">
            <a:avLst/>
          </a:prstGeom>
          <a:solidFill xmlns:a="http://schemas.openxmlformats.org/drawingml/2006/main">
            <a:srgbClr val="F4C243"/>
          </a:solidFill>
          <a:ln xmlns:a="http://schemas.openxmlformats.org/drawingml/2006/main" w="0">
            <a:noFill/>
            <a:prstDash val="solid"/>
          </a:ln>
        </p:spPr>
      </p:sp>
      <p:sp>
        <p:nvSpPr>
          <p:cNvPr id="11" name="interaction-number-2">
            <a:extLst xmlns:a="http://schemas.openxmlformats.org/drawingml/2006/main">
              <a:ext uri="{FF2B5EF4-FFF2-40B4-BE49-F238E27FC236}">
                <a16:creationId xmlns:a16="http://schemas.microsoft.com/office/drawing/2014/main" id="{ED6C2331-F6D2-4C2A-B8BA-4BD6C15A63E9}"/>
              </a:ext>
            </a:extLst>
          </p:cNvPr>
          <p:cNvSpPr>
            <a:spLocks xmlns:a="http://schemas.openxmlformats.org/drawingml/2006/main" noGrp="1"/>
          </p:cNvSpPr>
          <p:nvPr/>
        </p:nvSpPr>
        <p:spPr>
          <a:xfrm xmlns:a="http://schemas.openxmlformats.org/drawingml/2006/main">
            <a:off x="6762750" y="4772025"/>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125" b="1">
                <a:solidFill>
                  <a:srgbClr val="102531"/>
                </a:solidFill>
                <a:latin typeface="Malgun Gothic"/>
                <a:ea typeface="Malgun Gothic"/>
                <a:cs typeface="Malgun Gothic"/>
              </a:defRPr>
            </a:pPr>
            <a:r>
              <a:rPr sz="1125" b="1">
                <a:solidFill>
                  <a:srgbClr val="102531"/>
                </a:solidFill>
                <a:latin typeface="Malgun Gothic"/>
                <a:ea typeface="Malgun Gothic"/>
                <a:cs typeface="Malgun Gothic"/>
              </a:rPr>
              <a:t>2</a:t>
            </a:r>
          </a:p>
        </p:txBody>
      </p:sp>
      <p:sp>
        <p:nvSpPr>
          <p:cNvPr id="12" name="interaction-head-2">
            <a:extLst xmlns:a="http://schemas.openxmlformats.org/drawingml/2006/main">
              <a:ext uri="{FF2B5EF4-FFF2-40B4-BE49-F238E27FC236}">
                <a16:creationId xmlns:a16="http://schemas.microsoft.com/office/drawing/2014/main" id="{E11A5233-8491-4354-AD78-6F53D19611C3}"/>
              </a:ext>
            </a:extLst>
          </p:cNvPr>
          <p:cNvSpPr>
            <a:spLocks xmlns:a="http://schemas.openxmlformats.org/drawingml/2006/main" noGrp="1"/>
          </p:cNvSpPr>
          <p:nvPr/>
        </p:nvSpPr>
        <p:spPr>
          <a:xfrm xmlns:a="http://schemas.openxmlformats.org/drawingml/2006/main">
            <a:off x="7181850" y="4733925"/>
            <a:ext cx="1952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00" b="1">
                <a:solidFill>
                  <a:srgbClr val="102531"/>
                </a:solidFill>
                <a:latin typeface="Malgun Gothic"/>
                <a:ea typeface="Malgun Gothic"/>
                <a:cs typeface="Malgun Gothic"/>
              </a:defRPr>
            </a:pPr>
            <a:r>
              <a:rPr sz="1800" b="1">
                <a:solidFill>
                  <a:srgbClr val="102531"/>
                </a:solidFill>
                <a:latin typeface="Malgun Gothic"/>
                <a:ea typeface="Malgun Gothic"/>
                <a:cs typeface="Malgun Gothic"/>
              </a:rPr>
              <a:t>결함·오염 판별</a:t>
            </a:r>
          </a:p>
        </p:txBody>
      </p:sp>
      <p:sp>
        <p:nvSpPr>
          <p:cNvPr id="13" name="interaction-body-2">
            <a:extLst xmlns:a="http://schemas.openxmlformats.org/drawingml/2006/main">
              <a:ext uri="{FF2B5EF4-FFF2-40B4-BE49-F238E27FC236}">
                <a16:creationId xmlns:a16="http://schemas.microsoft.com/office/drawing/2014/main" id="{EBD85E95-613D-4A90-A5F6-1CFD46AD2800}"/>
              </a:ext>
            </a:extLst>
          </p:cNvPr>
          <p:cNvSpPr>
            <a:spLocks xmlns:a="http://schemas.openxmlformats.org/drawingml/2006/main" noGrp="1"/>
          </p:cNvSpPr>
          <p:nvPr/>
        </p:nvSpPr>
        <p:spPr>
          <a:xfrm xmlns:a="http://schemas.openxmlformats.org/drawingml/2006/main">
            <a:off x="9144000" y="4752975"/>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0">
                <a:solidFill>
                  <a:srgbClr val="546874"/>
                </a:solidFill>
                <a:latin typeface="Malgun Gothic"/>
                <a:ea typeface="Malgun Gothic"/>
                <a:cs typeface="Malgun Gothic"/>
              </a:defRPr>
            </a:pPr>
            <a:r>
              <a:rPr sz="1350" b="0">
                <a:solidFill>
                  <a:srgbClr val="546874"/>
                </a:solidFill>
                <a:latin typeface="Malgun Gothic"/>
                <a:ea typeface="Malgun Gothic"/>
                <a:cs typeface="Malgun Gothic"/>
              </a:rPr>
              <a:t>정상 장비와 부적합 장비를 비교</a:t>
            </a:r>
          </a:p>
        </p:txBody>
      </p:sp>
      <p:sp>
        <p:nvSpPr>
          <p:cNvPr id="14" name="">
            <a:extLst xmlns:a="http://schemas.openxmlformats.org/drawingml/2006/main">
              <a:ext uri="{FF2B5EF4-FFF2-40B4-BE49-F238E27FC236}">
                <a16:creationId xmlns:a16="http://schemas.microsoft.com/office/drawing/2014/main" id="{E21D8B26-882C-46EE-AA90-D32FC6826D14}"/>
              </a:ext>
            </a:extLst>
          </p:cNvPr>
          <p:cNvSpPr>
            <a:spLocks xmlns:a="http://schemas.openxmlformats.org/drawingml/2006/main" noGrp="1"/>
          </p:cNvSpPr>
          <p:nvPr/>
        </p:nvSpPr>
        <p:spPr>
          <a:xfrm xmlns:a="http://schemas.openxmlformats.org/drawingml/2006/main">
            <a:off x="6762750" y="5419725"/>
            <a:ext cx="266700" cy="266700"/>
          </a:xfrm>
          <a:prstGeom xmlns:a="http://schemas.openxmlformats.org/drawingml/2006/main" prst="ellipse">
            <a:avLst/>
          </a:prstGeom>
          <a:solidFill xmlns:a="http://schemas.openxmlformats.org/drawingml/2006/main">
            <a:srgbClr val="00A88A"/>
          </a:solidFill>
          <a:ln xmlns:a="http://schemas.openxmlformats.org/drawingml/2006/main" w="0">
            <a:noFill/>
            <a:prstDash val="solid"/>
          </a:ln>
        </p:spPr>
      </p:sp>
      <p:sp>
        <p:nvSpPr>
          <p:cNvPr id="15" name="interaction-number-3">
            <a:extLst xmlns:a="http://schemas.openxmlformats.org/drawingml/2006/main">
              <a:ext uri="{FF2B5EF4-FFF2-40B4-BE49-F238E27FC236}">
                <a16:creationId xmlns:a16="http://schemas.microsoft.com/office/drawing/2014/main" id="{90BCD461-FCC8-4336-9043-BE93A70E5A17}"/>
              </a:ext>
            </a:extLst>
          </p:cNvPr>
          <p:cNvSpPr>
            <a:spLocks xmlns:a="http://schemas.openxmlformats.org/drawingml/2006/main" noGrp="1"/>
          </p:cNvSpPr>
          <p:nvPr/>
        </p:nvSpPr>
        <p:spPr>
          <a:xfrm xmlns:a="http://schemas.openxmlformats.org/drawingml/2006/main">
            <a:off x="6762750" y="5438775"/>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125" b="1">
                <a:solidFill>
                  <a:srgbClr val="FFFFFF"/>
                </a:solidFill>
                <a:latin typeface="Malgun Gothic"/>
                <a:ea typeface="Malgun Gothic"/>
                <a:cs typeface="Malgun Gothic"/>
              </a:defRPr>
            </a:pPr>
            <a:r>
              <a:rPr sz="1125" b="1">
                <a:solidFill>
                  <a:srgbClr val="FFFFFF"/>
                </a:solidFill>
                <a:latin typeface="Malgun Gothic"/>
                <a:ea typeface="Malgun Gothic"/>
                <a:cs typeface="Malgun Gothic"/>
              </a:rPr>
              <a:t>3</a:t>
            </a:r>
          </a:p>
        </p:txBody>
      </p:sp>
      <p:sp>
        <p:nvSpPr>
          <p:cNvPr id="16" name="interaction-head-3">
            <a:extLst xmlns:a="http://schemas.openxmlformats.org/drawingml/2006/main">
              <a:ext uri="{FF2B5EF4-FFF2-40B4-BE49-F238E27FC236}">
                <a16:creationId xmlns:a16="http://schemas.microsoft.com/office/drawing/2014/main" id="{A3B237BA-3D62-4DF3-987E-8D390852FEFE}"/>
              </a:ext>
            </a:extLst>
          </p:cNvPr>
          <p:cNvSpPr>
            <a:spLocks xmlns:a="http://schemas.openxmlformats.org/drawingml/2006/main" noGrp="1"/>
          </p:cNvSpPr>
          <p:nvPr/>
        </p:nvSpPr>
        <p:spPr>
          <a:xfrm xmlns:a="http://schemas.openxmlformats.org/drawingml/2006/main">
            <a:off x="7181850" y="5400675"/>
            <a:ext cx="1952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00" b="1">
                <a:solidFill>
                  <a:srgbClr val="102531"/>
                </a:solidFill>
                <a:latin typeface="Malgun Gothic"/>
                <a:ea typeface="Malgun Gothic"/>
                <a:cs typeface="Malgun Gothic"/>
              </a:defRPr>
            </a:pPr>
            <a:r>
              <a:rPr sz="1800" b="1">
                <a:solidFill>
                  <a:srgbClr val="102531"/>
                </a:solidFill>
                <a:latin typeface="Malgun Gothic"/>
                <a:ea typeface="Malgun Gothic"/>
                <a:cs typeface="Malgun Gothic"/>
              </a:rPr>
              <a:t>작업계획 검증</a:t>
            </a:r>
          </a:p>
        </p:txBody>
      </p:sp>
      <p:sp>
        <p:nvSpPr>
          <p:cNvPr id="17" name="interaction-body-3">
            <a:extLst xmlns:a="http://schemas.openxmlformats.org/drawingml/2006/main">
              <a:ext uri="{FF2B5EF4-FFF2-40B4-BE49-F238E27FC236}">
                <a16:creationId xmlns:a16="http://schemas.microsoft.com/office/drawing/2014/main" id="{51375A82-46B9-49DB-9284-D786FBB24DA0}"/>
              </a:ext>
            </a:extLst>
          </p:cNvPr>
          <p:cNvSpPr>
            <a:spLocks xmlns:a="http://schemas.openxmlformats.org/drawingml/2006/main" noGrp="1"/>
          </p:cNvSpPr>
          <p:nvPr/>
        </p:nvSpPr>
        <p:spPr>
          <a:xfrm xmlns:a="http://schemas.openxmlformats.org/drawingml/2006/main">
            <a:off x="9144000" y="5419725"/>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0">
                <a:solidFill>
                  <a:srgbClr val="546874"/>
                </a:solidFill>
                <a:latin typeface="Malgun Gothic"/>
                <a:ea typeface="Malgun Gothic"/>
                <a:cs typeface="Malgun Gothic"/>
              </a:defRPr>
            </a:pPr>
            <a:r>
              <a:rPr sz="1350" b="0">
                <a:solidFill>
                  <a:srgbClr val="546874"/>
                </a:solidFill>
                <a:latin typeface="Malgun Gothic"/>
                <a:ea typeface="Malgun Gothic"/>
                <a:cs typeface="Malgun Gothic"/>
              </a:rPr>
              <a:t>필수 PPE 불일치 시 착용을 거절</a:t>
            </a:r>
          </a:p>
        </p:txBody>
      </p:sp>
      <p:sp>
        <p:nvSpPr>
          <p:cNvPr id="18" name="footer-brand-3">
            <a:extLst xmlns:a="http://schemas.openxmlformats.org/drawingml/2006/main">
              <a:ext uri="{FF2B5EF4-FFF2-40B4-BE49-F238E27FC236}">
                <a16:creationId xmlns:a16="http://schemas.microsoft.com/office/drawing/2014/main" id="{68AF3499-2DA6-45EF-ABC6-3A33B8C8B62F}"/>
              </a:ext>
            </a:extLst>
          </p:cNvPr>
          <p:cNvSpPr>
            <a:spLocks xmlns:a="http://schemas.openxmlformats.org/drawingml/2006/main" noGrp="1"/>
          </p:cNvSpPr>
          <p:nvPr/>
        </p:nvSpPr>
        <p:spPr>
          <a:xfrm xmlns:a="http://schemas.openxmlformats.org/drawingml/2006/main">
            <a:off x="571500" y="6486525"/>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546874"/>
                </a:solidFill>
                <a:latin typeface="Malgun Gothic"/>
                <a:ea typeface="Malgun Gothic"/>
                <a:cs typeface="Malgun Gothic"/>
              </a:defRPr>
            </a:pPr>
            <a:r>
              <a:rPr sz="900" b="1">
                <a:solidFill>
                  <a:srgbClr val="546874"/>
                </a:solidFill>
                <a:latin typeface="Malgun Gothic"/>
                <a:ea typeface="Malgun Gothic"/>
                <a:cs typeface="Malgun Gothic"/>
              </a:rPr>
              <a:t>TYCHE CHEMICAL SAFETY TRAINING</a:t>
            </a:r>
          </a:p>
        </p:txBody>
      </p:sp>
      <p:sp>
        <p:nvSpPr>
          <p:cNvPr id="19" name="footer-page-3">
            <a:extLst xmlns:a="http://schemas.openxmlformats.org/drawingml/2006/main">
              <a:ext uri="{FF2B5EF4-FFF2-40B4-BE49-F238E27FC236}">
                <a16:creationId xmlns:a16="http://schemas.microsoft.com/office/drawing/2014/main" id="{8C03CD71-56E7-419C-B2B7-9B1EDE008DC0}"/>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975" b="1">
                <a:solidFill>
                  <a:srgbClr val="546874"/>
                </a:solidFill>
                <a:latin typeface="Malgun Gothic"/>
                <a:ea typeface="Malgun Gothic"/>
                <a:cs typeface="Malgun Gothic"/>
              </a:defRPr>
            </a:pPr>
            <a:r>
              <a:rPr sz="975" b="1">
                <a:solidFill>
                  <a:srgbClr val="546874"/>
                </a:solidFill>
                <a:latin typeface="Malgun Gothic"/>
                <a:ea typeface="Malgun Gothic"/>
                <a:cs typeface="Malgun Gothic"/>
              </a:rPr>
              <a:t>03</a:t>
            </a:r>
          </a:p>
        </p:txBody>
      </p:sp>
    </p:spTree>
    <p:extLst>
      <p:ext uri="{BB962C8B-B14F-4D97-AF65-F5344CB8AC3E}">
        <p14:creationId xmlns:p14="http://schemas.microsoft.com/office/powerpoint/2010/main" val="122200444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data-title">
            <a:extLst xmlns:a="http://schemas.openxmlformats.org/drawingml/2006/main">
              <a:ext uri="{FF2B5EF4-FFF2-40B4-BE49-F238E27FC236}">
                <a16:creationId xmlns:a16="http://schemas.microsoft.com/office/drawing/2014/main" id="{27373392-C597-4EC3-9D37-A72C61A57D7F}"/>
              </a:ext>
            </a:extLst>
          </p:cNvPr>
          <p:cNvSpPr>
            <a:spLocks xmlns:a="http://schemas.openxmlformats.org/drawingml/2006/main" noGrp="1"/>
          </p:cNvSpPr>
          <p:nvPr/>
        </p:nvSpPr>
        <p:spPr>
          <a:xfrm xmlns:a="http://schemas.openxmlformats.org/drawingml/2006/main">
            <a:off x="571500" y="438150"/>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225" b="1">
                <a:solidFill>
                  <a:srgbClr val="102531"/>
                </a:solidFill>
                <a:latin typeface="Malgun Gothic"/>
                <a:ea typeface="Malgun Gothic"/>
                <a:cs typeface="Malgun Gothic"/>
              </a:defRPr>
            </a:pPr>
            <a:r>
              <a:rPr sz="3225" b="1">
                <a:solidFill>
                  <a:srgbClr val="102531"/>
                </a:solidFill>
                <a:latin typeface="Malgun Gothic"/>
                <a:ea typeface="Malgun Gothic"/>
                <a:cs typeface="Malgun Gothic"/>
              </a:rPr>
              <a:t>훈련 행동은 조직의 교육 개선 데이터가 된다</a:t>
            </a:r>
          </a:p>
        </p:txBody>
      </p:sp>
      <p:sp>
        <p:nvSpPr>
          <p:cNvPr id="2" name="data-subtitle">
            <a:extLst xmlns:a="http://schemas.openxmlformats.org/drawingml/2006/main">
              <a:ext uri="{FF2B5EF4-FFF2-40B4-BE49-F238E27FC236}">
                <a16:creationId xmlns:a16="http://schemas.microsoft.com/office/drawing/2014/main" id="{50CDDCC8-E29B-4E3F-AC77-E15CDC50BD37}"/>
              </a:ext>
            </a:extLst>
          </p:cNvPr>
          <p:cNvSpPr>
            <a:spLocks xmlns:a="http://schemas.openxmlformats.org/drawingml/2006/main" noGrp="1"/>
          </p:cNvSpPr>
          <p:nvPr/>
        </p:nvSpPr>
        <p:spPr>
          <a:xfrm xmlns:a="http://schemas.openxmlformats.org/drawingml/2006/main">
            <a:off x="571500" y="1066800"/>
            <a:ext cx="1028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0">
                <a:solidFill>
                  <a:srgbClr val="546874"/>
                </a:solidFill>
                <a:latin typeface="Malgun Gothic"/>
                <a:ea typeface="Malgun Gothic"/>
                <a:cs typeface="Malgun Gothic"/>
              </a:defRPr>
            </a:pPr>
            <a:r>
              <a:rPr sz="1500" b="0">
                <a:solidFill>
                  <a:srgbClr val="546874"/>
                </a:solidFill>
                <a:latin typeface="Malgun Gothic"/>
                <a:ea typeface="Malgun Gothic"/>
                <a:cs typeface="Malgun Gothic"/>
              </a:rPr>
              <a:t>모드 시작부터 문항 정오·PPE 오답·완료시간까지 같은 실행 단위로 연결</a:t>
            </a:r>
          </a:p>
        </p:txBody>
      </p:sp>
      <p:cxnSp>
        <p:nvCxnSpPr>
          <p:cNvPr id="39" name="pipeline-connector"/>
          <p:cNvCxnSpPr/>
          <p:nvPr/>
        </p:nvCxnSpPr>
        <p:spPr>
          <a:xfrm xmlns:a="http://schemas.openxmlformats.org/drawingml/2006/main">
            <a:off x="1657350" y="2819400"/>
            <a:ext cx="8286750" cy="0"/>
          </a:xfrm>
          <a:prstGeom xmlns:a="http://schemas.openxmlformats.org/drawingml/2006/main" prst="straightConnector1">
            <a:avLst/>
          </a:prstGeom>
          <a:ln xmlns:a="http://schemas.openxmlformats.org/drawingml/2006/main" w="38100">
            <a:solidFill>
              <a:srgbClr val="B7C9D3"/>
            </a:solidFill>
            <a:prstDash val="solid"/>
          </a:ln>
        </p:spPr>
      </p:cxnSp>
      <p:sp>
        <p:nvSpPr>
          <p:cNvPr id="4" name="pipeline-arrow-1">
            <a:extLst xmlns:a="http://schemas.openxmlformats.org/drawingml/2006/main">
              <a:ext uri="{FF2B5EF4-FFF2-40B4-BE49-F238E27FC236}">
                <a16:creationId xmlns:a16="http://schemas.microsoft.com/office/drawing/2014/main" id="{630A8F4E-D85D-4453-B809-FF20D33CD2D2}"/>
              </a:ext>
            </a:extLst>
          </p:cNvPr>
          <p:cNvSpPr>
            <a:spLocks xmlns:a="http://schemas.openxmlformats.org/drawingml/2006/main" noGrp="1"/>
          </p:cNvSpPr>
          <p:nvPr/>
        </p:nvSpPr>
        <p:spPr>
          <a:xfrm xmlns:a="http://schemas.openxmlformats.org/drawingml/2006/main">
            <a:off x="2952750" y="2647950"/>
            <a:ext cx="400050" cy="342900"/>
          </a:xfrm>
          <a:prstGeom xmlns:a="http://schemas.openxmlformats.org/drawingml/2006/main" prst="chevron">
            <a:avLst/>
          </a:prstGeom>
          <a:solidFill xmlns:a="http://schemas.openxmlformats.org/drawingml/2006/main">
            <a:srgbClr val="EAF3F7"/>
          </a:solidFill>
          <a:ln xmlns:a="http://schemas.openxmlformats.org/drawingml/2006/main" w="9525">
            <a:solidFill>
              <a:srgbClr val="B7C9D3"/>
            </a:solidFill>
            <a:prstDash val="solid"/>
          </a:ln>
        </p:spPr>
      </p:sp>
      <p:sp>
        <p:nvSpPr>
          <p:cNvPr id="5" name="pipeline-arrow-2">
            <a:extLst xmlns:a="http://schemas.openxmlformats.org/drawingml/2006/main">
              <a:ext uri="{FF2B5EF4-FFF2-40B4-BE49-F238E27FC236}">
                <a16:creationId xmlns:a16="http://schemas.microsoft.com/office/drawing/2014/main" id="{70083CF8-DCAB-4A47-A13E-D91A2D2FE4FF}"/>
              </a:ext>
            </a:extLst>
          </p:cNvPr>
          <p:cNvSpPr>
            <a:spLocks xmlns:a="http://schemas.openxmlformats.org/drawingml/2006/main" noGrp="1"/>
          </p:cNvSpPr>
          <p:nvPr/>
        </p:nvSpPr>
        <p:spPr>
          <a:xfrm xmlns:a="http://schemas.openxmlformats.org/drawingml/2006/main">
            <a:off x="5619750" y="2647950"/>
            <a:ext cx="400050" cy="342900"/>
          </a:xfrm>
          <a:prstGeom xmlns:a="http://schemas.openxmlformats.org/drawingml/2006/main" prst="chevron">
            <a:avLst/>
          </a:prstGeom>
          <a:solidFill xmlns:a="http://schemas.openxmlformats.org/drawingml/2006/main">
            <a:srgbClr val="EAF3F7"/>
          </a:solidFill>
          <a:ln xmlns:a="http://schemas.openxmlformats.org/drawingml/2006/main" w="9525">
            <a:solidFill>
              <a:srgbClr val="B7C9D3"/>
            </a:solidFill>
            <a:prstDash val="solid"/>
          </a:ln>
        </p:spPr>
      </p:sp>
      <p:sp>
        <p:nvSpPr>
          <p:cNvPr id="6" name="pipeline-arrow-3">
            <a:extLst xmlns:a="http://schemas.openxmlformats.org/drawingml/2006/main">
              <a:ext uri="{FF2B5EF4-FFF2-40B4-BE49-F238E27FC236}">
                <a16:creationId xmlns:a16="http://schemas.microsoft.com/office/drawing/2014/main" id="{67C9AF2C-C295-4C69-B901-06F139830ABE}"/>
              </a:ext>
            </a:extLst>
          </p:cNvPr>
          <p:cNvSpPr>
            <a:spLocks xmlns:a="http://schemas.openxmlformats.org/drawingml/2006/main" noGrp="1"/>
          </p:cNvSpPr>
          <p:nvPr/>
        </p:nvSpPr>
        <p:spPr>
          <a:xfrm xmlns:a="http://schemas.openxmlformats.org/drawingml/2006/main">
            <a:off x="8286750" y="2647950"/>
            <a:ext cx="400050" cy="342900"/>
          </a:xfrm>
          <a:prstGeom xmlns:a="http://schemas.openxmlformats.org/drawingml/2006/main" prst="chevron">
            <a:avLst/>
          </a:prstGeom>
          <a:solidFill xmlns:a="http://schemas.openxmlformats.org/drawingml/2006/main">
            <a:srgbClr val="EAF3F7"/>
          </a:solidFill>
          <a:ln xmlns:a="http://schemas.openxmlformats.org/drawingml/2006/main" w="9525">
            <a:solidFill>
              <a:srgbClr val="B7C9D3"/>
            </a:solidFill>
            <a:prstDash val="solid"/>
          </a:ln>
        </p:spPr>
      </p:sp>
      <p:sp>
        <p:nvSpPr>
          <p:cNvPr id="7" name="pipeline-node-1">
            <a:extLst xmlns:a="http://schemas.openxmlformats.org/drawingml/2006/main">
              <a:ext uri="{FF2B5EF4-FFF2-40B4-BE49-F238E27FC236}">
                <a16:creationId xmlns:a16="http://schemas.microsoft.com/office/drawing/2014/main" id="{E441DB28-6EF3-465A-9731-3E8378033452}"/>
              </a:ext>
            </a:extLst>
          </p:cNvPr>
          <p:cNvSpPr>
            <a:spLocks xmlns:a="http://schemas.openxmlformats.org/drawingml/2006/main" noGrp="1"/>
          </p:cNvSpPr>
          <p:nvPr/>
        </p:nvSpPr>
        <p:spPr>
          <a:xfrm xmlns:a="http://schemas.openxmlformats.org/drawingml/2006/main">
            <a:off x="1143000" y="2305050"/>
            <a:ext cx="1028700" cy="1028700"/>
          </a:xfrm>
          <a:prstGeom xmlns:a="http://schemas.openxmlformats.org/drawingml/2006/main" prst="ellipse">
            <a:avLst/>
          </a:prstGeom>
          <a:solidFill xmlns:a="http://schemas.openxmlformats.org/drawingml/2006/main">
            <a:srgbClr val="1679B4"/>
          </a:solidFill>
          <a:ln xmlns:a="http://schemas.openxmlformats.org/drawingml/2006/main" w="38100">
            <a:solidFill>
              <a:srgbClr val="FFFFFF"/>
            </a:solidFill>
            <a:prstDash val="solid"/>
          </a:ln>
        </p:spPr>
      </p:sp>
      <p:sp>
        <p:nvSpPr>
          <p:cNvPr id="8" name="pipeline-number-1">
            <a:extLst xmlns:a="http://schemas.openxmlformats.org/drawingml/2006/main">
              <a:ext uri="{FF2B5EF4-FFF2-40B4-BE49-F238E27FC236}">
                <a16:creationId xmlns:a16="http://schemas.microsoft.com/office/drawing/2014/main" id="{89F35B6C-605F-482C-A6A6-8C4478A16F7A}"/>
              </a:ext>
            </a:extLst>
          </p:cNvPr>
          <p:cNvSpPr>
            <a:spLocks xmlns:a="http://schemas.openxmlformats.org/drawingml/2006/main" noGrp="1"/>
          </p:cNvSpPr>
          <p:nvPr/>
        </p:nvSpPr>
        <p:spPr>
          <a:xfrm xmlns:a="http://schemas.openxmlformats.org/drawingml/2006/main">
            <a:off x="1143000" y="2543175"/>
            <a:ext cx="1028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2550" b="1">
                <a:solidFill>
                  <a:srgbClr val="FFFFFF"/>
                </a:solidFill>
                <a:latin typeface="Malgun Gothic"/>
                <a:ea typeface="Malgun Gothic"/>
                <a:cs typeface="Malgun Gothic"/>
              </a:defRPr>
            </a:pPr>
            <a:r>
              <a:rPr sz="2550" b="1">
                <a:solidFill>
                  <a:srgbClr val="FFFFFF"/>
                </a:solidFill>
                <a:latin typeface="Malgun Gothic"/>
                <a:ea typeface="Malgun Gothic"/>
                <a:cs typeface="Malgun Gothic"/>
              </a:rPr>
              <a:t>1</a:t>
            </a:r>
          </a:p>
        </p:txBody>
      </p:sp>
      <p:sp>
        <p:nvSpPr>
          <p:cNvPr id="9" name="pipeline-head-1">
            <a:extLst xmlns:a="http://schemas.openxmlformats.org/drawingml/2006/main">
              <a:ext uri="{FF2B5EF4-FFF2-40B4-BE49-F238E27FC236}">
                <a16:creationId xmlns:a16="http://schemas.microsoft.com/office/drawing/2014/main" id="{A0E56902-0B46-4A3A-9BD9-AF7453280DDD}"/>
              </a:ext>
            </a:extLst>
          </p:cNvPr>
          <p:cNvSpPr>
            <a:spLocks xmlns:a="http://schemas.openxmlformats.org/drawingml/2006/main" noGrp="1"/>
          </p:cNvSpPr>
          <p:nvPr/>
        </p:nvSpPr>
        <p:spPr>
          <a:xfrm xmlns:a="http://schemas.openxmlformats.org/drawingml/2006/main">
            <a:off x="666750" y="3638550"/>
            <a:ext cx="1981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800" b="1">
                <a:solidFill>
                  <a:srgbClr val="102531"/>
                </a:solidFill>
                <a:latin typeface="Malgun Gothic"/>
                <a:ea typeface="Malgun Gothic"/>
                <a:cs typeface="Malgun Gothic"/>
              </a:defRPr>
            </a:pPr>
            <a:r>
              <a:rPr sz="1800" b="1">
                <a:solidFill>
                  <a:srgbClr val="102531"/>
                </a:solidFill>
                <a:latin typeface="Malgun Gothic"/>
                <a:ea typeface="Malgun Gothic"/>
                <a:cs typeface="Malgun Gothic"/>
              </a:rPr>
              <a:t>Quest Client</a:t>
            </a:r>
          </a:p>
        </p:txBody>
      </p:sp>
      <p:sp>
        <p:nvSpPr>
          <p:cNvPr id="10" name="pipeline-body-1">
            <a:extLst xmlns:a="http://schemas.openxmlformats.org/drawingml/2006/main">
              <a:ext uri="{FF2B5EF4-FFF2-40B4-BE49-F238E27FC236}">
                <a16:creationId xmlns:a16="http://schemas.microsoft.com/office/drawing/2014/main" id="{BF3E39BD-A64A-4EE3-BA05-BA253857564B}"/>
              </a:ext>
            </a:extLst>
          </p:cNvPr>
          <p:cNvSpPr>
            <a:spLocks xmlns:a="http://schemas.openxmlformats.org/drawingml/2006/main" noGrp="1"/>
          </p:cNvSpPr>
          <p:nvPr/>
        </p:nvSpPr>
        <p:spPr>
          <a:xfrm xmlns:a="http://schemas.openxmlformats.org/drawingml/2006/main">
            <a:off x="571500" y="4095750"/>
            <a:ext cx="2171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50" b="0">
                <a:solidFill>
                  <a:srgbClr val="546874"/>
                </a:solidFill>
                <a:latin typeface="Malgun Gothic"/>
                <a:ea typeface="Malgun Gothic"/>
                <a:cs typeface="Malgun Gothic"/>
              </a:defRPr>
            </a:pPr>
            <a:r>
              <a:rPr sz="1350" b="0">
                <a:solidFill>
                  <a:srgbClr val="546874"/>
                </a:solidFill>
                <a:latin typeface="Malgun Gothic"/>
                <a:ea typeface="Malgun Gothic"/>
                <a:cs typeface="Malgun Gothic"/>
              </a:rPr>
              <a:t>행동·음성·평가 이벤트 기록</a:t>
            </a:r>
          </a:p>
        </p:txBody>
      </p:sp>
      <p:sp>
        <p:nvSpPr>
          <p:cNvPr id="11" name="pipeline-node-2">
            <a:extLst xmlns:a="http://schemas.openxmlformats.org/drawingml/2006/main">
              <a:ext uri="{FF2B5EF4-FFF2-40B4-BE49-F238E27FC236}">
                <a16:creationId xmlns:a16="http://schemas.microsoft.com/office/drawing/2014/main" id="{3E8CCDD0-BE5A-4710-BC54-8842471BDD1D}"/>
              </a:ext>
            </a:extLst>
          </p:cNvPr>
          <p:cNvSpPr>
            <a:spLocks xmlns:a="http://schemas.openxmlformats.org/drawingml/2006/main" noGrp="1"/>
          </p:cNvSpPr>
          <p:nvPr/>
        </p:nvSpPr>
        <p:spPr>
          <a:xfrm xmlns:a="http://schemas.openxmlformats.org/drawingml/2006/main">
            <a:off x="3810000" y="2305050"/>
            <a:ext cx="1028700" cy="1028700"/>
          </a:xfrm>
          <a:prstGeom xmlns:a="http://schemas.openxmlformats.org/drawingml/2006/main" prst="ellipse">
            <a:avLst/>
          </a:prstGeom>
          <a:solidFill xmlns:a="http://schemas.openxmlformats.org/drawingml/2006/main">
            <a:srgbClr val="11A7C8"/>
          </a:solidFill>
          <a:ln xmlns:a="http://schemas.openxmlformats.org/drawingml/2006/main" w="38100">
            <a:solidFill>
              <a:srgbClr val="FFFFFF"/>
            </a:solidFill>
            <a:prstDash val="solid"/>
          </a:ln>
        </p:spPr>
      </p:sp>
      <p:sp>
        <p:nvSpPr>
          <p:cNvPr id="12" name="pipeline-number-2">
            <a:extLst xmlns:a="http://schemas.openxmlformats.org/drawingml/2006/main">
              <a:ext uri="{FF2B5EF4-FFF2-40B4-BE49-F238E27FC236}">
                <a16:creationId xmlns:a16="http://schemas.microsoft.com/office/drawing/2014/main" id="{DED7A105-88C6-4B47-91F7-CD5F0A6C8D77}"/>
              </a:ext>
            </a:extLst>
          </p:cNvPr>
          <p:cNvSpPr>
            <a:spLocks xmlns:a="http://schemas.openxmlformats.org/drawingml/2006/main" noGrp="1"/>
          </p:cNvSpPr>
          <p:nvPr/>
        </p:nvSpPr>
        <p:spPr>
          <a:xfrm xmlns:a="http://schemas.openxmlformats.org/drawingml/2006/main">
            <a:off x="3810000" y="2543175"/>
            <a:ext cx="1028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2550" b="1">
                <a:solidFill>
                  <a:srgbClr val="FFFFFF"/>
                </a:solidFill>
                <a:latin typeface="Malgun Gothic"/>
                <a:ea typeface="Malgun Gothic"/>
                <a:cs typeface="Malgun Gothic"/>
              </a:defRPr>
            </a:pPr>
            <a:r>
              <a:rPr sz="2550" b="1">
                <a:solidFill>
                  <a:srgbClr val="FFFFFF"/>
                </a:solidFill>
                <a:latin typeface="Malgun Gothic"/>
                <a:ea typeface="Malgun Gothic"/>
                <a:cs typeface="Malgun Gothic"/>
              </a:rPr>
              <a:t>2</a:t>
            </a:r>
          </a:p>
        </p:txBody>
      </p:sp>
      <p:sp>
        <p:nvSpPr>
          <p:cNvPr id="13" name="pipeline-head-2">
            <a:extLst xmlns:a="http://schemas.openxmlformats.org/drawingml/2006/main">
              <a:ext uri="{FF2B5EF4-FFF2-40B4-BE49-F238E27FC236}">
                <a16:creationId xmlns:a16="http://schemas.microsoft.com/office/drawing/2014/main" id="{D471056B-1380-421E-839E-C5D357C67992}"/>
              </a:ext>
            </a:extLst>
          </p:cNvPr>
          <p:cNvSpPr>
            <a:spLocks xmlns:a="http://schemas.openxmlformats.org/drawingml/2006/main" noGrp="1"/>
          </p:cNvSpPr>
          <p:nvPr/>
        </p:nvSpPr>
        <p:spPr>
          <a:xfrm xmlns:a="http://schemas.openxmlformats.org/drawingml/2006/main">
            <a:off x="3333750" y="3638550"/>
            <a:ext cx="1981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800" b="1">
                <a:solidFill>
                  <a:srgbClr val="102531"/>
                </a:solidFill>
                <a:latin typeface="Malgun Gothic"/>
                <a:ea typeface="Malgun Gothic"/>
                <a:cs typeface="Malgun Gothic"/>
              </a:defRPr>
            </a:pPr>
            <a:r>
              <a:rPr sz="1800" b="1">
                <a:solidFill>
                  <a:srgbClr val="102531"/>
                </a:solidFill>
                <a:latin typeface="Malgun Gothic"/>
                <a:ea typeface="Malgun Gothic"/>
                <a:cs typeface="Malgun Gothic"/>
              </a:rPr>
              <a:t>JSONL · Queue</a:t>
            </a:r>
          </a:p>
        </p:txBody>
      </p:sp>
      <p:sp>
        <p:nvSpPr>
          <p:cNvPr id="14" name="pipeline-body-2">
            <a:extLst xmlns:a="http://schemas.openxmlformats.org/drawingml/2006/main">
              <a:ext uri="{FF2B5EF4-FFF2-40B4-BE49-F238E27FC236}">
                <a16:creationId xmlns:a16="http://schemas.microsoft.com/office/drawing/2014/main" id="{B9DF9137-5DF7-4DB8-A0C3-E164BAEB9B99}"/>
              </a:ext>
            </a:extLst>
          </p:cNvPr>
          <p:cNvSpPr>
            <a:spLocks xmlns:a="http://schemas.openxmlformats.org/drawingml/2006/main" noGrp="1"/>
          </p:cNvSpPr>
          <p:nvPr/>
        </p:nvSpPr>
        <p:spPr>
          <a:xfrm xmlns:a="http://schemas.openxmlformats.org/drawingml/2006/main">
            <a:off x="3238500" y="4095750"/>
            <a:ext cx="2171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50" b="0">
                <a:solidFill>
                  <a:srgbClr val="546874"/>
                </a:solidFill>
                <a:latin typeface="Malgun Gothic"/>
                <a:ea typeface="Malgun Gothic"/>
                <a:cs typeface="Malgun Gothic"/>
              </a:defRPr>
            </a:pPr>
            <a:r>
              <a:rPr sz="1350" b="0">
                <a:solidFill>
                  <a:srgbClr val="546874"/>
                </a:solidFill>
                <a:latin typeface="Malgun Gothic"/>
                <a:ea typeface="Malgun Gothic"/>
                <a:cs typeface="Malgun Gothic"/>
              </a:rPr>
              <a:t>오프라인 보존과 재전송</a:t>
            </a:r>
          </a:p>
        </p:txBody>
      </p:sp>
      <p:sp>
        <p:nvSpPr>
          <p:cNvPr id="15" name="pipeline-node-3">
            <a:extLst xmlns:a="http://schemas.openxmlformats.org/drawingml/2006/main">
              <a:ext uri="{FF2B5EF4-FFF2-40B4-BE49-F238E27FC236}">
                <a16:creationId xmlns:a16="http://schemas.microsoft.com/office/drawing/2014/main" id="{5AD1651D-0C0F-4B72-B5EA-989DD89C2FB4}"/>
              </a:ext>
            </a:extLst>
          </p:cNvPr>
          <p:cNvSpPr>
            <a:spLocks xmlns:a="http://schemas.openxmlformats.org/drawingml/2006/main" noGrp="1"/>
          </p:cNvSpPr>
          <p:nvPr/>
        </p:nvSpPr>
        <p:spPr>
          <a:xfrm xmlns:a="http://schemas.openxmlformats.org/drawingml/2006/main">
            <a:off x="6477000" y="2305050"/>
            <a:ext cx="1028700" cy="1028700"/>
          </a:xfrm>
          <a:prstGeom xmlns:a="http://schemas.openxmlformats.org/drawingml/2006/main" prst="ellipse">
            <a:avLst/>
          </a:prstGeom>
          <a:solidFill xmlns:a="http://schemas.openxmlformats.org/drawingml/2006/main">
            <a:srgbClr val="00A88A"/>
          </a:solidFill>
          <a:ln xmlns:a="http://schemas.openxmlformats.org/drawingml/2006/main" w="38100">
            <a:solidFill>
              <a:srgbClr val="FFFFFF"/>
            </a:solidFill>
            <a:prstDash val="solid"/>
          </a:ln>
        </p:spPr>
      </p:sp>
      <p:sp>
        <p:nvSpPr>
          <p:cNvPr id="16" name="pipeline-number-3">
            <a:extLst xmlns:a="http://schemas.openxmlformats.org/drawingml/2006/main">
              <a:ext uri="{FF2B5EF4-FFF2-40B4-BE49-F238E27FC236}">
                <a16:creationId xmlns:a16="http://schemas.microsoft.com/office/drawing/2014/main" id="{61D00257-E554-4034-A3C6-B04EB1699C7D}"/>
              </a:ext>
            </a:extLst>
          </p:cNvPr>
          <p:cNvSpPr>
            <a:spLocks xmlns:a="http://schemas.openxmlformats.org/drawingml/2006/main" noGrp="1"/>
          </p:cNvSpPr>
          <p:nvPr/>
        </p:nvSpPr>
        <p:spPr>
          <a:xfrm xmlns:a="http://schemas.openxmlformats.org/drawingml/2006/main">
            <a:off x="6477000" y="2543175"/>
            <a:ext cx="1028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2550" b="1">
                <a:solidFill>
                  <a:srgbClr val="FFFFFF"/>
                </a:solidFill>
                <a:latin typeface="Malgun Gothic"/>
                <a:ea typeface="Malgun Gothic"/>
                <a:cs typeface="Malgun Gothic"/>
              </a:defRPr>
            </a:pPr>
            <a:r>
              <a:rPr sz="2550" b="1">
                <a:solidFill>
                  <a:srgbClr val="FFFFFF"/>
                </a:solidFill>
                <a:latin typeface="Malgun Gothic"/>
                <a:ea typeface="Malgun Gothic"/>
                <a:cs typeface="Malgun Gothic"/>
              </a:rPr>
              <a:t>3</a:t>
            </a:r>
          </a:p>
        </p:txBody>
      </p:sp>
      <p:sp>
        <p:nvSpPr>
          <p:cNvPr id="17" name="pipeline-head-3">
            <a:extLst xmlns:a="http://schemas.openxmlformats.org/drawingml/2006/main">
              <a:ext uri="{FF2B5EF4-FFF2-40B4-BE49-F238E27FC236}">
                <a16:creationId xmlns:a16="http://schemas.microsoft.com/office/drawing/2014/main" id="{73D314CF-A7F3-4561-BD7E-F256286B0104}"/>
              </a:ext>
            </a:extLst>
          </p:cNvPr>
          <p:cNvSpPr>
            <a:spLocks xmlns:a="http://schemas.openxmlformats.org/drawingml/2006/main" noGrp="1"/>
          </p:cNvSpPr>
          <p:nvPr/>
        </p:nvSpPr>
        <p:spPr>
          <a:xfrm xmlns:a="http://schemas.openxmlformats.org/drawingml/2006/main">
            <a:off x="6000750" y="3638550"/>
            <a:ext cx="1981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800" b="1">
                <a:solidFill>
                  <a:srgbClr val="102531"/>
                </a:solidFill>
                <a:latin typeface="Malgun Gothic"/>
                <a:ea typeface="Malgun Gothic"/>
                <a:cs typeface="Malgun Gothic"/>
              </a:defRPr>
            </a:pPr>
            <a:r>
              <a:rPr sz="1800" b="1">
                <a:solidFill>
                  <a:srgbClr val="102531"/>
                </a:solidFill>
                <a:latin typeface="Malgun Gothic"/>
                <a:ea typeface="Malgun Gothic"/>
                <a:cs typeface="Malgun Gothic"/>
              </a:rPr>
              <a:t>Express · MySQL</a:t>
            </a:r>
          </a:p>
        </p:txBody>
      </p:sp>
      <p:sp>
        <p:nvSpPr>
          <p:cNvPr id="18" name="pipeline-body-3">
            <a:extLst xmlns:a="http://schemas.openxmlformats.org/drawingml/2006/main">
              <a:ext uri="{FF2B5EF4-FFF2-40B4-BE49-F238E27FC236}">
                <a16:creationId xmlns:a16="http://schemas.microsoft.com/office/drawing/2014/main" id="{1D6B9F64-8BC9-4936-8F0D-6B19FEFAADBD}"/>
              </a:ext>
            </a:extLst>
          </p:cNvPr>
          <p:cNvSpPr>
            <a:spLocks xmlns:a="http://schemas.openxmlformats.org/drawingml/2006/main" noGrp="1"/>
          </p:cNvSpPr>
          <p:nvPr/>
        </p:nvSpPr>
        <p:spPr>
          <a:xfrm xmlns:a="http://schemas.openxmlformats.org/drawingml/2006/main">
            <a:off x="5905500" y="4095750"/>
            <a:ext cx="2171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50" b="0">
                <a:solidFill>
                  <a:srgbClr val="546874"/>
                </a:solidFill>
                <a:latin typeface="Malgun Gothic"/>
                <a:ea typeface="Malgun Gothic"/>
                <a:cs typeface="Malgun Gothic"/>
              </a:defRPr>
            </a:pPr>
            <a:r>
              <a:rPr sz="1350" b="0">
                <a:solidFill>
                  <a:srgbClr val="546874"/>
                </a:solidFill>
                <a:latin typeface="Malgun Gothic"/>
                <a:ea typeface="Malgun Gothic"/>
                <a:cs typeface="Malgun Gothic"/>
              </a:rPr>
              <a:t>세션·이벤트 수신 및 조회</a:t>
            </a:r>
          </a:p>
        </p:txBody>
      </p:sp>
      <p:sp>
        <p:nvSpPr>
          <p:cNvPr id="19" name="pipeline-node-4">
            <a:extLst xmlns:a="http://schemas.openxmlformats.org/drawingml/2006/main">
              <a:ext uri="{FF2B5EF4-FFF2-40B4-BE49-F238E27FC236}">
                <a16:creationId xmlns:a16="http://schemas.microsoft.com/office/drawing/2014/main" id="{74D1497F-AE33-4651-BF34-52B02ED0E7FF}"/>
              </a:ext>
            </a:extLst>
          </p:cNvPr>
          <p:cNvSpPr>
            <a:spLocks xmlns:a="http://schemas.openxmlformats.org/drawingml/2006/main" noGrp="1"/>
          </p:cNvSpPr>
          <p:nvPr/>
        </p:nvSpPr>
        <p:spPr>
          <a:xfrm xmlns:a="http://schemas.openxmlformats.org/drawingml/2006/main">
            <a:off x="9144000" y="2305050"/>
            <a:ext cx="1028700" cy="1028700"/>
          </a:xfrm>
          <a:prstGeom xmlns:a="http://schemas.openxmlformats.org/drawingml/2006/main" prst="ellipse">
            <a:avLst/>
          </a:prstGeom>
          <a:solidFill xmlns:a="http://schemas.openxmlformats.org/drawingml/2006/main">
            <a:srgbClr val="F4C243"/>
          </a:solidFill>
          <a:ln xmlns:a="http://schemas.openxmlformats.org/drawingml/2006/main" w="38100">
            <a:solidFill>
              <a:srgbClr val="FFFFFF"/>
            </a:solidFill>
            <a:prstDash val="solid"/>
          </a:ln>
        </p:spPr>
      </p:sp>
      <p:sp>
        <p:nvSpPr>
          <p:cNvPr id="20" name="pipeline-number-4">
            <a:extLst xmlns:a="http://schemas.openxmlformats.org/drawingml/2006/main">
              <a:ext uri="{FF2B5EF4-FFF2-40B4-BE49-F238E27FC236}">
                <a16:creationId xmlns:a16="http://schemas.microsoft.com/office/drawing/2014/main" id="{0F79007B-8B4F-4CE2-8D31-1CC547395E23}"/>
              </a:ext>
            </a:extLst>
          </p:cNvPr>
          <p:cNvSpPr>
            <a:spLocks xmlns:a="http://schemas.openxmlformats.org/drawingml/2006/main" noGrp="1"/>
          </p:cNvSpPr>
          <p:nvPr/>
        </p:nvSpPr>
        <p:spPr>
          <a:xfrm xmlns:a="http://schemas.openxmlformats.org/drawingml/2006/main">
            <a:off x="9144000" y="2543175"/>
            <a:ext cx="1028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2550" b="1">
                <a:solidFill>
                  <a:srgbClr val="102531"/>
                </a:solidFill>
                <a:latin typeface="Malgun Gothic"/>
                <a:ea typeface="Malgun Gothic"/>
                <a:cs typeface="Malgun Gothic"/>
              </a:defRPr>
            </a:pPr>
            <a:r>
              <a:rPr sz="2550" b="1">
                <a:solidFill>
                  <a:srgbClr val="102531"/>
                </a:solidFill>
                <a:latin typeface="Malgun Gothic"/>
                <a:ea typeface="Malgun Gothic"/>
                <a:cs typeface="Malgun Gothic"/>
              </a:rPr>
              <a:t>4</a:t>
            </a:r>
          </a:p>
        </p:txBody>
      </p:sp>
      <p:sp>
        <p:nvSpPr>
          <p:cNvPr id="21" name="pipeline-head-4">
            <a:extLst xmlns:a="http://schemas.openxmlformats.org/drawingml/2006/main">
              <a:ext uri="{FF2B5EF4-FFF2-40B4-BE49-F238E27FC236}">
                <a16:creationId xmlns:a16="http://schemas.microsoft.com/office/drawing/2014/main" id="{3B05D0BB-AC03-4F22-9376-FF102F960332}"/>
              </a:ext>
            </a:extLst>
          </p:cNvPr>
          <p:cNvSpPr>
            <a:spLocks xmlns:a="http://schemas.openxmlformats.org/drawingml/2006/main" noGrp="1"/>
          </p:cNvSpPr>
          <p:nvPr/>
        </p:nvSpPr>
        <p:spPr>
          <a:xfrm xmlns:a="http://schemas.openxmlformats.org/drawingml/2006/main">
            <a:off x="8667750" y="3638550"/>
            <a:ext cx="1981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800" b="1">
                <a:solidFill>
                  <a:srgbClr val="102531"/>
                </a:solidFill>
                <a:latin typeface="Malgun Gothic"/>
                <a:ea typeface="Malgun Gothic"/>
                <a:cs typeface="Malgun Gothic"/>
              </a:defRPr>
            </a:pPr>
            <a:r>
              <a:rPr sz="1800" b="1">
                <a:solidFill>
                  <a:srgbClr val="102531"/>
                </a:solidFill>
                <a:latin typeface="Malgun Gothic"/>
                <a:ea typeface="Malgun Gothic"/>
                <a:cs typeface="Malgun Gothic"/>
              </a:rPr>
              <a:t>운영 대시보드</a:t>
            </a:r>
          </a:p>
        </p:txBody>
      </p:sp>
      <p:sp>
        <p:nvSpPr>
          <p:cNvPr id="22" name="pipeline-body-4">
            <a:extLst xmlns:a="http://schemas.openxmlformats.org/drawingml/2006/main">
              <a:ext uri="{FF2B5EF4-FFF2-40B4-BE49-F238E27FC236}">
                <a16:creationId xmlns:a16="http://schemas.microsoft.com/office/drawing/2014/main" id="{5AA7E4EB-F521-459D-B91D-5575CDFCAC6D}"/>
              </a:ext>
            </a:extLst>
          </p:cNvPr>
          <p:cNvSpPr>
            <a:spLocks xmlns:a="http://schemas.openxmlformats.org/drawingml/2006/main" noGrp="1"/>
          </p:cNvSpPr>
          <p:nvPr/>
        </p:nvSpPr>
        <p:spPr>
          <a:xfrm xmlns:a="http://schemas.openxmlformats.org/drawingml/2006/main">
            <a:off x="8572500" y="4095750"/>
            <a:ext cx="2171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50" b="0">
                <a:solidFill>
                  <a:srgbClr val="546874"/>
                </a:solidFill>
                <a:latin typeface="Malgun Gothic"/>
                <a:ea typeface="Malgun Gothic"/>
                <a:cs typeface="Malgun Gothic"/>
              </a:defRPr>
            </a:pPr>
            <a:r>
              <a:rPr sz="1350" b="0">
                <a:solidFill>
                  <a:srgbClr val="546874"/>
                </a:solidFill>
                <a:latin typeface="Malgun Gothic"/>
                <a:ea typeface="Malgun Gothic"/>
                <a:cs typeface="Malgun Gothic"/>
              </a:rPr>
              <a:t>교육 운영·UX 개선 근거</a:t>
            </a:r>
          </a:p>
        </p:txBody>
      </p:sp>
      <p:sp>
        <p:nvSpPr>
          <p:cNvPr id="23" name="">
            <a:extLst xmlns:a="http://schemas.openxmlformats.org/drawingml/2006/main">
              <a:ext uri="{FF2B5EF4-FFF2-40B4-BE49-F238E27FC236}">
                <a16:creationId xmlns:a16="http://schemas.microsoft.com/office/drawing/2014/main" id="{457A60BB-49B6-4E30-AD08-6E7171745A16}"/>
              </a:ext>
            </a:extLst>
          </p:cNvPr>
          <p:cNvSpPr>
            <a:spLocks xmlns:a="http://schemas.openxmlformats.org/drawingml/2006/main" noGrp="1"/>
          </p:cNvSpPr>
          <p:nvPr/>
        </p:nvSpPr>
        <p:spPr>
          <a:xfrm xmlns:a="http://schemas.openxmlformats.org/drawingml/2006/main">
            <a:off x="571500" y="5238750"/>
            <a:ext cx="11049000" cy="895350"/>
          </a:xfrm>
          <a:prstGeom xmlns:a="http://schemas.openxmlformats.org/drawingml/2006/main" prst="rect">
            <a:avLst/>
          </a:prstGeom>
          <a:solidFill xmlns:a="http://schemas.openxmlformats.org/drawingml/2006/main">
            <a:srgbClr val="EAF3F7"/>
          </a:solidFill>
          <a:ln xmlns:a="http://schemas.openxmlformats.org/drawingml/2006/main" w="0">
            <a:noFill/>
            <a:prstDash val="solid"/>
          </a:ln>
        </p:spPr>
      </p:sp>
      <p:sp>
        <p:nvSpPr>
          <p:cNvPr id="24" name="pipeline-current-label">
            <a:extLst xmlns:a="http://schemas.openxmlformats.org/drawingml/2006/main">
              <a:ext uri="{FF2B5EF4-FFF2-40B4-BE49-F238E27FC236}">
                <a16:creationId xmlns:a16="http://schemas.microsoft.com/office/drawing/2014/main" id="{6FFA2287-151B-4666-8D79-157EF1D51567}"/>
              </a:ext>
            </a:extLst>
          </p:cNvPr>
          <p:cNvSpPr>
            <a:spLocks xmlns:a="http://schemas.openxmlformats.org/drawingml/2006/main" noGrp="1"/>
          </p:cNvSpPr>
          <p:nvPr/>
        </p:nvSpPr>
        <p:spPr>
          <a:xfrm xmlns:a="http://schemas.openxmlformats.org/drawingml/2006/main">
            <a:off x="800100" y="5410200"/>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1">
                <a:solidFill>
                  <a:srgbClr val="00A88A"/>
                </a:solidFill>
                <a:latin typeface="Malgun Gothic"/>
                <a:ea typeface="Malgun Gothic"/>
                <a:cs typeface="Malgun Gothic"/>
              </a:defRPr>
            </a:pPr>
            <a:r>
              <a:rPr sz="1500" b="1">
                <a:solidFill>
                  <a:srgbClr val="00A88A"/>
                </a:solidFill>
                <a:latin typeface="Malgun Gothic"/>
                <a:ea typeface="Malgun Gothic"/>
                <a:cs typeface="Malgun Gothic"/>
              </a:rPr>
              <a:t>현재</a:t>
            </a:r>
          </a:p>
        </p:txBody>
      </p:sp>
      <p:sp>
        <p:nvSpPr>
          <p:cNvPr id="25" name="pipeline-current">
            <a:extLst xmlns:a="http://schemas.openxmlformats.org/drawingml/2006/main">
              <a:ext uri="{FF2B5EF4-FFF2-40B4-BE49-F238E27FC236}">
                <a16:creationId xmlns:a16="http://schemas.microsoft.com/office/drawing/2014/main" id="{D7BC320E-A2B8-4DC3-BB52-1BB5209F9BE7}"/>
              </a:ext>
            </a:extLst>
          </p:cNvPr>
          <p:cNvSpPr>
            <a:spLocks xmlns:a="http://schemas.openxmlformats.org/drawingml/2006/main" noGrp="1"/>
          </p:cNvSpPr>
          <p:nvPr/>
        </p:nvSpPr>
        <p:spPr>
          <a:xfrm xmlns:a="http://schemas.openxmlformats.org/drawingml/2006/main">
            <a:off x="800100" y="5743575"/>
            <a:ext cx="447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650" b="1">
                <a:solidFill>
                  <a:srgbClr val="102531"/>
                </a:solidFill>
                <a:latin typeface="Malgun Gothic"/>
                <a:ea typeface="Malgun Gothic"/>
                <a:cs typeface="Malgun Gothic"/>
              </a:defRPr>
            </a:pPr>
            <a:r>
              <a:rPr sz="1650" b="1">
                <a:solidFill>
                  <a:srgbClr val="102531"/>
                </a:solidFill>
                <a:latin typeface="Malgun Gothic"/>
                <a:ea typeface="Malgun Gothic"/>
                <a:cs typeface="Malgun Gothic"/>
              </a:rPr>
              <a:t>클라이언트·서버 원본 계약 반영</a:t>
            </a:r>
          </a:p>
        </p:txBody>
      </p:sp>
      <p:sp>
        <p:nvSpPr>
          <p:cNvPr id="26" name="">
            <a:extLst xmlns:a="http://schemas.openxmlformats.org/drawingml/2006/main">
              <a:ext uri="{FF2B5EF4-FFF2-40B4-BE49-F238E27FC236}">
                <a16:creationId xmlns:a16="http://schemas.microsoft.com/office/drawing/2014/main" id="{95F85A1A-3087-4329-88CF-7D93DE560C3D}"/>
              </a:ext>
            </a:extLst>
          </p:cNvPr>
          <p:cNvSpPr>
            <a:spLocks xmlns:a="http://schemas.openxmlformats.org/drawingml/2006/main" noGrp="1"/>
          </p:cNvSpPr>
          <p:nvPr/>
        </p:nvSpPr>
        <p:spPr>
          <a:xfrm xmlns:a="http://schemas.openxmlformats.org/drawingml/2006/main">
            <a:off x="5953125" y="5429250"/>
            <a:ext cx="19050" cy="514350"/>
          </a:xfrm>
          <a:prstGeom xmlns:a="http://schemas.openxmlformats.org/drawingml/2006/main" prst="rect">
            <a:avLst/>
          </a:prstGeom>
          <a:solidFill xmlns:a="http://schemas.openxmlformats.org/drawingml/2006/main">
            <a:srgbClr val="B7C9D3"/>
          </a:solidFill>
          <a:ln xmlns:a="http://schemas.openxmlformats.org/drawingml/2006/main" w="0">
            <a:noFill/>
            <a:prstDash val="solid"/>
          </a:ln>
        </p:spPr>
      </p:sp>
      <p:sp>
        <p:nvSpPr>
          <p:cNvPr id="27" name="pipeline-next-label">
            <a:extLst xmlns:a="http://schemas.openxmlformats.org/drawingml/2006/main">
              <a:ext uri="{FF2B5EF4-FFF2-40B4-BE49-F238E27FC236}">
                <a16:creationId xmlns:a16="http://schemas.microsoft.com/office/drawing/2014/main" id="{90A505A5-F22F-438F-970A-EC75ACDEA6D6}"/>
              </a:ext>
            </a:extLst>
          </p:cNvPr>
          <p:cNvSpPr>
            <a:spLocks xmlns:a="http://schemas.openxmlformats.org/drawingml/2006/main" noGrp="1"/>
          </p:cNvSpPr>
          <p:nvPr/>
        </p:nvSpPr>
        <p:spPr>
          <a:xfrm xmlns:a="http://schemas.openxmlformats.org/drawingml/2006/main">
            <a:off x="6286500" y="54102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1">
                <a:solidFill>
                  <a:srgbClr val="1679B4"/>
                </a:solidFill>
                <a:latin typeface="Malgun Gothic"/>
                <a:ea typeface="Malgun Gothic"/>
                <a:cs typeface="Malgun Gothic"/>
              </a:defRPr>
            </a:pPr>
            <a:r>
              <a:rPr sz="1500" b="1">
                <a:solidFill>
                  <a:srgbClr val="1679B4"/>
                </a:solidFill>
                <a:latin typeface="Malgun Gothic"/>
                <a:ea typeface="Malgun Gothic"/>
                <a:cs typeface="Malgun Gothic"/>
              </a:rPr>
              <a:t>다음 검증</a:t>
            </a:r>
          </a:p>
        </p:txBody>
      </p:sp>
      <p:sp>
        <p:nvSpPr>
          <p:cNvPr id="28" name="pipeline-next">
            <a:extLst xmlns:a="http://schemas.openxmlformats.org/drawingml/2006/main">
              <a:ext uri="{FF2B5EF4-FFF2-40B4-BE49-F238E27FC236}">
                <a16:creationId xmlns:a16="http://schemas.microsoft.com/office/drawing/2014/main" id="{61E0E41A-F718-4C05-B1AA-8AB37C680B21}"/>
              </a:ext>
            </a:extLst>
          </p:cNvPr>
          <p:cNvSpPr>
            <a:spLocks xmlns:a="http://schemas.openxmlformats.org/drawingml/2006/main" noGrp="1"/>
          </p:cNvSpPr>
          <p:nvPr/>
        </p:nvSpPr>
        <p:spPr>
          <a:xfrm xmlns:a="http://schemas.openxmlformats.org/drawingml/2006/main">
            <a:off x="6286500" y="5743575"/>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650" b="1">
                <a:solidFill>
                  <a:srgbClr val="102531"/>
                </a:solidFill>
                <a:latin typeface="Malgun Gothic"/>
                <a:ea typeface="Malgun Gothic"/>
                <a:cs typeface="Malgun Gothic"/>
              </a:defRPr>
            </a:pPr>
            <a:r>
              <a:rPr sz="1650" b="1">
                <a:solidFill>
                  <a:srgbClr val="102531"/>
                </a:solidFill>
                <a:latin typeface="Malgun Gothic"/>
                <a:ea typeface="Malgun Gothic"/>
                <a:cs typeface="Malgun Gothic"/>
              </a:rPr>
              <a:t>Quest → DB → 대시보드 6개 조합 통합 실행</a:t>
            </a:r>
          </a:p>
        </p:txBody>
      </p:sp>
      <p:sp>
        <p:nvSpPr>
          <p:cNvPr id="29" name="footer-brand-4">
            <a:extLst xmlns:a="http://schemas.openxmlformats.org/drawingml/2006/main">
              <a:ext uri="{FF2B5EF4-FFF2-40B4-BE49-F238E27FC236}">
                <a16:creationId xmlns:a16="http://schemas.microsoft.com/office/drawing/2014/main" id="{326FA676-1F93-45D0-9ACA-EDBC09289CEC}"/>
              </a:ext>
            </a:extLst>
          </p:cNvPr>
          <p:cNvSpPr>
            <a:spLocks xmlns:a="http://schemas.openxmlformats.org/drawingml/2006/main" noGrp="1"/>
          </p:cNvSpPr>
          <p:nvPr/>
        </p:nvSpPr>
        <p:spPr>
          <a:xfrm xmlns:a="http://schemas.openxmlformats.org/drawingml/2006/main">
            <a:off x="571500" y="6486525"/>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546874"/>
                </a:solidFill>
                <a:latin typeface="Malgun Gothic"/>
                <a:ea typeface="Malgun Gothic"/>
                <a:cs typeface="Malgun Gothic"/>
              </a:defRPr>
            </a:pPr>
            <a:r>
              <a:rPr sz="900" b="1">
                <a:solidFill>
                  <a:srgbClr val="546874"/>
                </a:solidFill>
                <a:latin typeface="Malgun Gothic"/>
                <a:ea typeface="Malgun Gothic"/>
                <a:cs typeface="Malgun Gothic"/>
              </a:rPr>
              <a:t>TYCHE CHEMICAL SAFETY TRAINING</a:t>
            </a:r>
          </a:p>
        </p:txBody>
      </p:sp>
      <p:sp>
        <p:nvSpPr>
          <p:cNvPr id="30" name="footer-page-4">
            <a:extLst xmlns:a="http://schemas.openxmlformats.org/drawingml/2006/main">
              <a:ext uri="{FF2B5EF4-FFF2-40B4-BE49-F238E27FC236}">
                <a16:creationId xmlns:a16="http://schemas.microsoft.com/office/drawing/2014/main" id="{BD9080FD-B10E-4B7F-B974-C5D1F622C82E}"/>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975" b="1">
                <a:solidFill>
                  <a:srgbClr val="546874"/>
                </a:solidFill>
                <a:latin typeface="Malgun Gothic"/>
                <a:ea typeface="Malgun Gothic"/>
                <a:cs typeface="Malgun Gothic"/>
              </a:defRPr>
            </a:pPr>
            <a:r>
              <a:rPr sz="975" b="1">
                <a:solidFill>
                  <a:srgbClr val="546874"/>
                </a:solidFill>
                <a:latin typeface="Malgun Gothic"/>
                <a:ea typeface="Malgun Gothic"/>
                <a:cs typeface="Malgun Gothic"/>
              </a:rPr>
              <a:t>04</a:t>
            </a:r>
          </a:p>
        </p:txBody>
      </p:sp>
    </p:spTree>
    <p:extLst>
      <p:ext uri="{BB962C8B-B14F-4D97-AF65-F5344CB8AC3E}">
        <p14:creationId xmlns:p14="http://schemas.microsoft.com/office/powerpoint/2010/main" val="53440988"/>
      </p:ext>
    </p:extLst>
  </p:cSld>
</p:sld>
</file>

<file path=ppt/slides/slide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6" name="closing-title">
            <a:extLst xmlns:a="http://schemas.openxmlformats.org/drawingml/2006/main">
              <a:ext uri="{FF2B5EF4-FFF2-40B4-BE49-F238E27FC236}">
                <a16:creationId xmlns:a16="http://schemas.microsoft.com/office/drawing/2014/main" id="{FFBE1397-716E-4C0C-9AA3-DF840E1916CC}"/>
              </a:ext>
            </a:extLst>
          </p:cNvPr>
          <p:cNvSpPr>
            <a:spLocks xmlns:a="http://schemas.openxmlformats.org/drawingml/2006/main" noGrp="1"/>
          </p:cNvSpPr>
          <p:nvPr/>
        </p:nvSpPr>
        <p:spPr>
          <a:xfrm xmlns:a="http://schemas.openxmlformats.org/drawingml/2006/main">
            <a:off x="571500" y="438150"/>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225" b="1">
                <a:solidFill>
                  <a:srgbClr val="102531"/>
                </a:solidFill>
                <a:latin typeface="Malgun Gothic"/>
                <a:ea typeface="Malgun Gothic"/>
                <a:cs typeface="Malgun Gothic"/>
              </a:defRPr>
            </a:pPr>
            <a:r>
              <a:rPr sz="3225" b="1">
                <a:solidFill>
                  <a:srgbClr val="102531"/>
                </a:solidFill>
                <a:latin typeface="Malgun Gothic"/>
                <a:ea typeface="Malgun Gothic"/>
                <a:cs typeface="Malgun Gothic"/>
              </a:rPr>
              <a:t>핵심 구조는 확보했고, 제품화 검증이 남아 있다</a:t>
            </a:r>
          </a:p>
        </p:txBody>
      </p:sp>
      <p:sp>
        <p:nvSpPr>
          <p:cNvPr id="2" name="closing-subtitle">
            <a:extLst xmlns:a="http://schemas.openxmlformats.org/drawingml/2006/main">
              <a:ext uri="{FF2B5EF4-FFF2-40B4-BE49-F238E27FC236}">
                <a16:creationId xmlns:a16="http://schemas.microsoft.com/office/drawing/2014/main" id="{0B849196-B11D-4E8D-9759-987BA861FEBD}"/>
              </a:ext>
            </a:extLst>
          </p:cNvPr>
          <p:cNvSpPr>
            <a:spLocks xmlns:a="http://schemas.openxmlformats.org/drawingml/2006/main" noGrp="1"/>
          </p:cNvSpPr>
          <p:nvPr/>
        </p:nvSpPr>
        <p:spPr>
          <a:xfrm xmlns:a="http://schemas.openxmlformats.org/drawingml/2006/main">
            <a:off x="571500" y="1066800"/>
            <a:ext cx="876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0">
                <a:solidFill>
                  <a:srgbClr val="546874"/>
                </a:solidFill>
                <a:latin typeface="Malgun Gothic"/>
                <a:ea typeface="Malgun Gothic"/>
                <a:cs typeface="Malgun Gothic"/>
              </a:defRPr>
            </a:pPr>
            <a:r>
              <a:rPr sz="1500" b="0">
                <a:solidFill>
                  <a:srgbClr val="546874"/>
                </a:solidFill>
                <a:latin typeface="Malgun Gothic"/>
                <a:ea typeface="Malgun Gothic"/>
                <a:cs typeface="Malgun Gothic"/>
              </a:rPr>
              <a:t>구현 근거와 통합 실행 근거를 구분해 현재 상태를 제시합니다</a:t>
            </a:r>
          </a:p>
        </p:txBody>
      </p:sp>
      <p:sp>
        <p:nvSpPr>
          <p:cNvPr id="3" name="">
            <a:extLst xmlns:a="http://schemas.openxmlformats.org/drawingml/2006/main">
              <a:ext uri="{FF2B5EF4-FFF2-40B4-BE49-F238E27FC236}">
                <a16:creationId xmlns:a16="http://schemas.microsoft.com/office/drawing/2014/main" id="{4CB38CA5-A36B-40AF-B298-1B113E410D81}"/>
              </a:ext>
            </a:extLst>
          </p:cNvPr>
          <p:cNvSpPr>
            <a:spLocks xmlns:a="http://schemas.openxmlformats.org/drawingml/2006/main" noGrp="1"/>
          </p:cNvSpPr>
          <p:nvPr/>
        </p:nvSpPr>
        <p:spPr>
          <a:xfrm xmlns:a="http://schemas.openxmlformats.org/drawingml/2006/main">
            <a:off x="571500" y="1771650"/>
            <a:ext cx="76200" cy="3028950"/>
          </a:xfrm>
          <a:prstGeom xmlns:a="http://schemas.openxmlformats.org/drawingml/2006/main" prst="rect">
            <a:avLst/>
          </a:prstGeom>
          <a:solidFill xmlns:a="http://schemas.openxmlformats.org/drawingml/2006/main">
            <a:srgbClr val="00A88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44E1BBB-9652-41E6-82AA-72A4E831838A}"/>
              </a:ext>
            </a:extLst>
          </p:cNvPr>
          <p:cNvSpPr>
            <a:spLocks xmlns:a="http://schemas.openxmlformats.org/drawingml/2006/main" noGrp="1"/>
          </p:cNvSpPr>
          <p:nvPr/>
        </p:nvSpPr>
        <p:spPr>
          <a:xfrm xmlns:a="http://schemas.openxmlformats.org/drawingml/2006/main">
            <a:off x="6153150" y="1771650"/>
            <a:ext cx="76200" cy="3028950"/>
          </a:xfrm>
          <a:prstGeom xmlns:a="http://schemas.openxmlformats.org/drawingml/2006/main" prst="rect">
            <a:avLst/>
          </a:prstGeom>
          <a:solidFill xmlns:a="http://schemas.openxmlformats.org/drawingml/2006/main">
            <a:srgbClr val="F4C243"/>
          </a:solidFill>
          <a:ln xmlns:a="http://schemas.openxmlformats.org/drawingml/2006/main" w="0">
            <a:noFill/>
            <a:prstDash val="solid"/>
          </a:ln>
        </p:spPr>
      </p:sp>
      <p:sp>
        <p:nvSpPr>
          <p:cNvPr id="5" name="closing-current-en">
            <a:extLst xmlns:a="http://schemas.openxmlformats.org/drawingml/2006/main">
              <a:ext uri="{FF2B5EF4-FFF2-40B4-BE49-F238E27FC236}">
                <a16:creationId xmlns:a16="http://schemas.microsoft.com/office/drawing/2014/main" id="{C65F4C34-42D7-4F70-A050-25ABC5AEA56B}"/>
              </a:ext>
            </a:extLst>
          </p:cNvPr>
          <p:cNvSpPr>
            <a:spLocks xmlns:a="http://schemas.openxmlformats.org/drawingml/2006/main" noGrp="1"/>
          </p:cNvSpPr>
          <p:nvPr/>
        </p:nvSpPr>
        <p:spPr>
          <a:xfrm xmlns:a="http://schemas.openxmlformats.org/drawingml/2006/main">
            <a:off x="876300" y="17526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00A88A"/>
                </a:solidFill>
                <a:latin typeface="Malgun Gothic"/>
                <a:ea typeface="Malgun Gothic"/>
                <a:cs typeface="Malgun Gothic"/>
              </a:defRPr>
            </a:pPr>
            <a:r>
              <a:rPr sz="1350" b="1">
                <a:solidFill>
                  <a:srgbClr val="00A88A"/>
                </a:solidFill>
                <a:latin typeface="Malgun Gothic"/>
                <a:ea typeface="Malgun Gothic"/>
                <a:cs typeface="Malgun Gothic"/>
              </a:rPr>
              <a:t>CLIENT</a:t>
            </a:r>
          </a:p>
        </p:txBody>
      </p:sp>
      <p:sp>
        <p:nvSpPr>
          <p:cNvPr id="6" name="closing-current-head">
            <a:extLst xmlns:a="http://schemas.openxmlformats.org/drawingml/2006/main">
              <a:ext uri="{FF2B5EF4-FFF2-40B4-BE49-F238E27FC236}">
                <a16:creationId xmlns:a16="http://schemas.microsoft.com/office/drawing/2014/main" id="{4B2F11FE-CAD7-4ECF-90ED-A158734CCE14}"/>
              </a:ext>
            </a:extLst>
          </p:cNvPr>
          <p:cNvSpPr>
            <a:spLocks xmlns:a="http://schemas.openxmlformats.org/drawingml/2006/main" noGrp="1"/>
          </p:cNvSpPr>
          <p:nvPr/>
        </p:nvSpPr>
        <p:spPr>
          <a:xfrm xmlns:a="http://schemas.openxmlformats.org/drawingml/2006/main">
            <a:off x="876300" y="2105025"/>
            <a:ext cx="400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400" b="1">
                <a:solidFill>
                  <a:srgbClr val="102531"/>
                </a:solidFill>
                <a:latin typeface="Malgun Gothic"/>
                <a:ea typeface="Malgun Gothic"/>
                <a:cs typeface="Malgun Gothic"/>
              </a:defRPr>
            </a:pPr>
            <a:r>
              <a:rPr sz="2400" b="1">
                <a:solidFill>
                  <a:srgbClr val="102531"/>
                </a:solidFill>
                <a:latin typeface="Malgun Gothic"/>
                <a:ea typeface="Malgun Gothic"/>
                <a:cs typeface="Malgun Gothic"/>
              </a:rPr>
              <a:t>VR 제품 기반</a:t>
            </a:r>
          </a:p>
        </p:txBody>
      </p:sp>
      <p:sp>
        <p:nvSpPr>
          <p:cNvPr id="7" name="closing-current-list">
            <a:extLst xmlns:a="http://schemas.openxmlformats.org/drawingml/2006/main">
              <a:ext uri="{FF2B5EF4-FFF2-40B4-BE49-F238E27FC236}">
                <a16:creationId xmlns:a16="http://schemas.microsoft.com/office/drawing/2014/main" id="{81716450-083B-44B3-B417-BDC0CF1507C2}"/>
              </a:ext>
            </a:extLst>
          </p:cNvPr>
          <p:cNvSpPr>
            <a:spLocks xmlns:a="http://schemas.openxmlformats.org/drawingml/2006/main" noGrp="1"/>
          </p:cNvSpPr>
          <p:nvPr/>
        </p:nvSpPr>
        <p:spPr>
          <a:xfrm xmlns:a="http://schemas.openxmlformats.org/drawingml/2006/main">
            <a:off x="876300" y="2800350"/>
            <a:ext cx="447675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marL="24" indent="-14">
              <a:spcAft>
                <a:spcPts val="13"/>
              </a:spcAft>
              <a:buChar char="•"/>
              <a:defRPr sz="1725">
                <a:solidFill>
                  <a:srgbClr val="102531"/>
                </a:solidFill>
                <a:latin typeface="Malgun Gothic"/>
                <a:ea typeface="Malgun Gothic"/>
                <a:cs typeface="Malgun Gothic"/>
              </a:defRPr>
            </a:pPr>
            <a:r>
              <a:rPr sz="1725">
                <a:solidFill>
                  <a:srgbClr val="102531"/>
                </a:solidFill>
                <a:latin typeface="Malgun Gothic"/>
                <a:ea typeface="Malgun Gothic"/>
                <a:cs typeface="Malgun Gothic"/>
              </a:rPr>
              <a:t>5개 활성 씬의 사용자 여정</a:t>
            </a:r>
          </a:p>
          <a:p xmlns:a="http://schemas.openxmlformats.org/drawingml/2006/main">
            <a:pPr marL="24" indent="-14">
              <a:spcAft>
                <a:spcPts val="13"/>
              </a:spcAft>
              <a:buChar char="•"/>
              <a:defRPr sz="1725">
                <a:solidFill>
                  <a:srgbClr val="102531"/>
                </a:solidFill>
                <a:latin typeface="Malgun Gothic"/>
                <a:ea typeface="Malgun Gothic"/>
                <a:cs typeface="Malgun Gothic"/>
              </a:defRPr>
            </a:pPr>
            <a:r>
              <a:rPr sz="1725">
                <a:solidFill>
                  <a:srgbClr val="102531"/>
                </a:solidFill>
                <a:latin typeface="Malgun Gothic"/>
                <a:ea typeface="Malgun Gothic"/>
                <a:cs typeface="Malgun Gothic"/>
              </a:rPr>
              <a:t>작업계획 2종 × 학습모드 3종</a:t>
            </a:r>
          </a:p>
          <a:p xmlns:a="http://schemas.openxmlformats.org/drawingml/2006/main">
            <a:pPr marL="24" indent="-14">
              <a:spcAft>
                <a:spcPts val="13"/>
              </a:spcAft>
              <a:buChar char="•"/>
              <a:defRPr sz="1725">
                <a:solidFill>
                  <a:srgbClr val="102531"/>
                </a:solidFill>
                <a:latin typeface="Malgun Gothic"/>
                <a:ea typeface="Malgun Gothic"/>
                <a:cs typeface="Malgun Gothic"/>
              </a:defRPr>
            </a:pPr>
            <a:r>
              <a:rPr sz="1725">
                <a:solidFill>
                  <a:srgbClr val="102531"/>
                </a:solidFill>
                <a:latin typeface="Malgun Gothic"/>
                <a:ea typeface="Malgun Gothic"/>
                <a:cs typeface="Malgun Gothic"/>
              </a:rPr>
              <a:t>행동·퀴즈·PPE 이벤트 계측</a:t>
            </a:r>
          </a:p>
        </p:txBody>
      </p:sp>
      <p:sp>
        <p:nvSpPr>
          <p:cNvPr id="8" name="closing-next-en">
            <a:extLst xmlns:a="http://schemas.openxmlformats.org/drawingml/2006/main">
              <a:ext uri="{FF2B5EF4-FFF2-40B4-BE49-F238E27FC236}">
                <a16:creationId xmlns:a16="http://schemas.microsoft.com/office/drawing/2014/main" id="{4811990D-5E99-478F-9FAF-E6BB32F36B40}"/>
              </a:ext>
            </a:extLst>
          </p:cNvPr>
          <p:cNvSpPr>
            <a:spLocks xmlns:a="http://schemas.openxmlformats.org/drawingml/2006/main" noGrp="1"/>
          </p:cNvSpPr>
          <p:nvPr/>
        </p:nvSpPr>
        <p:spPr>
          <a:xfrm xmlns:a="http://schemas.openxmlformats.org/drawingml/2006/main">
            <a:off x="6457950" y="17526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B78300"/>
                </a:solidFill>
                <a:latin typeface="Malgun Gothic"/>
                <a:ea typeface="Malgun Gothic"/>
                <a:cs typeface="Malgun Gothic"/>
              </a:defRPr>
            </a:pPr>
            <a:r>
              <a:rPr sz="1350" b="1">
                <a:solidFill>
                  <a:srgbClr val="B78300"/>
                </a:solidFill>
                <a:latin typeface="Malgun Gothic"/>
                <a:ea typeface="Malgun Gothic"/>
                <a:cs typeface="Malgun Gothic"/>
              </a:rPr>
              <a:t>SERVER</a:t>
            </a:r>
          </a:p>
        </p:txBody>
      </p:sp>
      <p:sp>
        <p:nvSpPr>
          <p:cNvPr id="9" name="closing-next-head">
            <a:extLst xmlns:a="http://schemas.openxmlformats.org/drawingml/2006/main">
              <a:ext uri="{FF2B5EF4-FFF2-40B4-BE49-F238E27FC236}">
                <a16:creationId xmlns:a16="http://schemas.microsoft.com/office/drawing/2014/main" id="{60558BE6-3D9A-49F4-ABEC-34291AFCAF9A}"/>
              </a:ext>
            </a:extLst>
          </p:cNvPr>
          <p:cNvSpPr>
            <a:spLocks xmlns:a="http://schemas.openxmlformats.org/drawingml/2006/main" noGrp="1"/>
          </p:cNvSpPr>
          <p:nvPr/>
        </p:nvSpPr>
        <p:spPr>
          <a:xfrm xmlns:a="http://schemas.openxmlformats.org/drawingml/2006/main">
            <a:off x="6457950" y="2105025"/>
            <a:ext cx="428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400" b="1">
                <a:solidFill>
                  <a:srgbClr val="102531"/>
                </a:solidFill>
                <a:latin typeface="Malgun Gothic"/>
                <a:ea typeface="Malgun Gothic"/>
                <a:cs typeface="Malgun Gothic"/>
              </a:defRPr>
            </a:pPr>
            <a:r>
              <a:rPr sz="2400" b="1">
                <a:solidFill>
                  <a:srgbClr val="102531"/>
                </a:solidFill>
                <a:latin typeface="Malgun Gothic"/>
                <a:ea typeface="Malgun Gothic"/>
                <a:cs typeface="Malgun Gothic"/>
              </a:rPr>
              <a:t>운영 데이터 기반</a:t>
            </a:r>
          </a:p>
        </p:txBody>
      </p:sp>
      <p:sp>
        <p:nvSpPr>
          <p:cNvPr id="10" name="closing-next-list">
            <a:extLst xmlns:a="http://schemas.openxmlformats.org/drawingml/2006/main">
              <a:ext uri="{FF2B5EF4-FFF2-40B4-BE49-F238E27FC236}">
                <a16:creationId xmlns:a16="http://schemas.microsoft.com/office/drawing/2014/main" id="{42446D7A-8164-4501-B7DF-2B783FCE0D27}"/>
              </a:ext>
            </a:extLst>
          </p:cNvPr>
          <p:cNvSpPr>
            <a:spLocks xmlns:a="http://schemas.openxmlformats.org/drawingml/2006/main" noGrp="1"/>
          </p:cNvSpPr>
          <p:nvPr/>
        </p:nvSpPr>
        <p:spPr>
          <a:xfrm xmlns:a="http://schemas.openxmlformats.org/drawingml/2006/main">
            <a:off x="6457950" y="2800350"/>
            <a:ext cx="476250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marL="24" indent="-14">
              <a:spcAft>
                <a:spcPts val="13"/>
              </a:spcAft>
              <a:buChar char="•"/>
              <a:defRPr sz="1725">
                <a:solidFill>
                  <a:srgbClr val="102531"/>
                </a:solidFill>
                <a:latin typeface="Malgun Gothic"/>
                <a:ea typeface="Malgun Gothic"/>
                <a:cs typeface="Malgun Gothic"/>
              </a:defRPr>
            </a:pPr>
            <a:r>
              <a:rPr sz="1725">
                <a:solidFill>
                  <a:srgbClr val="102531"/>
                </a:solidFill>
                <a:latin typeface="Malgun Gothic"/>
                <a:ea typeface="Malgun Gothic"/>
                <a:cs typeface="Malgun Gothic"/>
              </a:rPr>
              <a:t>수신 API와 MySQL 저장 계약</a:t>
            </a:r>
          </a:p>
          <a:p xmlns:a="http://schemas.openxmlformats.org/drawingml/2006/main">
            <a:pPr marL="24" indent="-14">
              <a:spcAft>
                <a:spcPts val="13"/>
              </a:spcAft>
              <a:buChar char="•"/>
              <a:defRPr sz="1725">
                <a:solidFill>
                  <a:srgbClr val="102531"/>
                </a:solidFill>
                <a:latin typeface="Malgun Gothic"/>
                <a:ea typeface="Malgun Gothic"/>
                <a:cs typeface="Malgun Gothic"/>
              </a:defRPr>
            </a:pPr>
            <a:r>
              <a:rPr sz="1725">
                <a:solidFill>
                  <a:srgbClr val="102531"/>
                </a:solidFill>
                <a:latin typeface="Malgun Gothic"/>
                <a:ea typeface="Malgun Gothic"/>
                <a:cs typeface="Malgun Gothic"/>
              </a:rPr>
              <a:t>세션·이벤트 원본 조회 경로</a:t>
            </a:r>
          </a:p>
          <a:p xmlns:a="http://schemas.openxmlformats.org/drawingml/2006/main">
            <a:pPr marL="24" indent="-14">
              <a:spcAft>
                <a:spcPts val="13"/>
              </a:spcAft>
              <a:buChar char="•"/>
              <a:defRPr sz="1725">
                <a:solidFill>
                  <a:srgbClr val="102531"/>
                </a:solidFill>
                <a:latin typeface="Malgun Gothic"/>
                <a:ea typeface="Malgun Gothic"/>
                <a:cs typeface="Malgun Gothic"/>
              </a:defRPr>
            </a:pPr>
            <a:r>
              <a:rPr sz="1725">
                <a:solidFill>
                  <a:srgbClr val="102531"/>
                </a:solidFill>
                <a:latin typeface="Malgun Gothic"/>
                <a:ea typeface="Malgun Gothic"/>
                <a:cs typeface="Malgun Gothic"/>
              </a:rPr>
              <a:t>대시보드 집계 기반 구현</a:t>
            </a:r>
          </a:p>
        </p:txBody>
      </p:sp>
      <p:sp>
        <p:nvSpPr>
          <p:cNvPr id="11" name="closing-boundary">
            <a:extLst xmlns:a="http://schemas.openxmlformats.org/drawingml/2006/main">
              <a:ext uri="{FF2B5EF4-FFF2-40B4-BE49-F238E27FC236}">
                <a16:creationId xmlns:a16="http://schemas.microsoft.com/office/drawing/2014/main" id="{98756537-ECD5-40F8-A019-DED2D0E7CDCC}"/>
              </a:ext>
            </a:extLst>
          </p:cNvPr>
          <p:cNvSpPr>
            <a:spLocks xmlns:a="http://schemas.openxmlformats.org/drawingml/2006/main" noGrp="1"/>
          </p:cNvSpPr>
          <p:nvPr/>
        </p:nvSpPr>
        <p:spPr>
          <a:xfrm xmlns:a="http://schemas.openxmlformats.org/drawingml/2006/main">
            <a:off x="571500" y="5067300"/>
            <a:ext cx="1104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546874"/>
                </a:solidFill>
                <a:latin typeface="Malgun Gothic"/>
                <a:ea typeface="Malgun Gothic"/>
                <a:cs typeface="Malgun Gothic"/>
              </a:defRPr>
            </a:pPr>
            <a:r>
              <a:rPr sz="1200" b="0">
                <a:solidFill>
                  <a:srgbClr val="546874"/>
                </a:solidFill>
                <a:latin typeface="Malgun Gothic"/>
                <a:ea typeface="Malgun Gothic"/>
                <a:cs typeface="Malgun Gothic"/>
              </a:rPr>
              <a:t>※ 실제 Quest 6개 조합의 종단간 실행은 아직 최종 검증 전입니다.</a:t>
            </a:r>
          </a:p>
        </p:txBody>
      </p:sp>
      <p:sp>
        <p:nvSpPr>
          <p:cNvPr id="12" name="">
            <a:extLst xmlns:a="http://schemas.openxmlformats.org/drawingml/2006/main">
              <a:ext uri="{FF2B5EF4-FFF2-40B4-BE49-F238E27FC236}">
                <a16:creationId xmlns:a16="http://schemas.microsoft.com/office/drawing/2014/main" id="{46B16797-0335-4D0F-AF1C-0DECD640FF67}"/>
              </a:ext>
            </a:extLst>
          </p:cNvPr>
          <p:cNvSpPr>
            <a:spLocks xmlns:a="http://schemas.openxmlformats.org/drawingml/2006/main" noGrp="1"/>
          </p:cNvSpPr>
          <p:nvPr/>
        </p:nvSpPr>
        <p:spPr>
          <a:xfrm xmlns:a="http://schemas.openxmlformats.org/drawingml/2006/main">
            <a:off x="0" y="5600700"/>
            <a:ext cx="12192000" cy="1257300"/>
          </a:xfrm>
          <a:prstGeom xmlns:a="http://schemas.openxmlformats.org/drawingml/2006/main" prst="rect">
            <a:avLst/>
          </a:prstGeom>
          <a:solidFill xmlns:a="http://schemas.openxmlformats.org/drawingml/2006/main">
            <a:srgbClr val="0D2A3A"/>
          </a:solidFill>
          <a:ln xmlns:a="http://schemas.openxmlformats.org/drawingml/2006/main" w="0">
            <a:noFill/>
            <a:prstDash val="solid"/>
          </a:ln>
        </p:spPr>
      </p:sp>
      <p:sp>
        <p:nvSpPr>
          <p:cNvPr id="13" name="closing-goal-label">
            <a:extLst xmlns:a="http://schemas.openxmlformats.org/drawingml/2006/main">
              <a:ext uri="{FF2B5EF4-FFF2-40B4-BE49-F238E27FC236}">
                <a16:creationId xmlns:a16="http://schemas.microsoft.com/office/drawing/2014/main" id="{211B467E-686D-4B9C-885F-4AFD6F7B7F01}"/>
              </a:ext>
            </a:extLst>
          </p:cNvPr>
          <p:cNvSpPr>
            <a:spLocks xmlns:a="http://schemas.openxmlformats.org/drawingml/2006/main" noGrp="1"/>
          </p:cNvSpPr>
          <p:nvPr/>
        </p:nvSpPr>
        <p:spPr>
          <a:xfrm xmlns:a="http://schemas.openxmlformats.org/drawingml/2006/main">
            <a:off x="571500" y="5829300"/>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1">
                <a:solidFill>
                  <a:srgbClr val="F4C243"/>
                </a:solidFill>
                <a:latin typeface="Malgun Gothic"/>
                <a:ea typeface="Malgun Gothic"/>
                <a:cs typeface="Malgun Gothic"/>
              </a:defRPr>
            </a:pPr>
            <a:r>
              <a:rPr sz="1500" b="1">
                <a:solidFill>
                  <a:srgbClr val="F4C243"/>
                </a:solidFill>
                <a:latin typeface="Malgun Gothic"/>
                <a:ea typeface="Malgun Gothic"/>
                <a:cs typeface="Malgun Gothic"/>
              </a:rPr>
              <a:t>경영 판단</a:t>
            </a:r>
          </a:p>
        </p:txBody>
      </p:sp>
      <p:sp>
        <p:nvSpPr>
          <p:cNvPr id="14" name="closing-goal">
            <a:extLst xmlns:a="http://schemas.openxmlformats.org/drawingml/2006/main">
              <a:ext uri="{FF2B5EF4-FFF2-40B4-BE49-F238E27FC236}">
                <a16:creationId xmlns:a16="http://schemas.microsoft.com/office/drawing/2014/main" id="{DD8CC006-41C8-430D-BD67-AFC64D932CCB}"/>
              </a:ext>
            </a:extLst>
          </p:cNvPr>
          <p:cNvSpPr>
            <a:spLocks xmlns:a="http://schemas.openxmlformats.org/drawingml/2006/main" noGrp="1"/>
          </p:cNvSpPr>
          <p:nvPr/>
        </p:nvSpPr>
        <p:spPr>
          <a:xfrm xmlns:a="http://schemas.openxmlformats.org/drawingml/2006/main">
            <a:off x="571500" y="61912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175" b="1">
                <a:solidFill>
                  <a:srgbClr val="FFFFFF"/>
                </a:solidFill>
                <a:latin typeface="Malgun Gothic"/>
                <a:ea typeface="Malgun Gothic"/>
                <a:cs typeface="Malgun Gothic"/>
              </a:defRPr>
            </a:pPr>
            <a:r>
              <a:rPr sz="2175" b="1">
                <a:solidFill>
                  <a:srgbClr val="FFFFFF"/>
                </a:solidFill>
                <a:latin typeface="Malgun Gothic"/>
                <a:ea typeface="Malgun Gothic"/>
                <a:cs typeface="Malgun Gothic"/>
              </a:rPr>
              <a:t>핵심 구조 구현 근거 확보 · 제품화 여부는 종단간 검증 후 판단</a:t>
            </a:r>
          </a:p>
        </p:txBody>
      </p:sp>
      <p:sp>
        <p:nvSpPr>
          <p:cNvPr id="15" name="closing-page">
            <a:extLst xmlns:a="http://schemas.openxmlformats.org/drawingml/2006/main">
              <a:ext uri="{FF2B5EF4-FFF2-40B4-BE49-F238E27FC236}">
                <a16:creationId xmlns:a16="http://schemas.microsoft.com/office/drawing/2014/main" id="{FA06F565-20FE-4333-B571-1C7A244E8CD0}"/>
              </a:ext>
            </a:extLst>
          </p:cNvPr>
          <p:cNvSpPr>
            <a:spLocks xmlns:a="http://schemas.openxmlformats.org/drawingml/2006/main" noGrp="1"/>
          </p:cNvSpPr>
          <p:nvPr/>
        </p:nvSpPr>
        <p:spPr>
          <a:xfrm xmlns:a="http://schemas.openxmlformats.org/drawingml/2006/main">
            <a:off x="11049000" y="657225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975" b="1">
                <a:solidFill>
                  <a:srgbClr val="FFFFFF"/>
                </a:solidFill>
                <a:latin typeface="Malgun Gothic"/>
                <a:ea typeface="Malgun Gothic"/>
                <a:cs typeface="Malgun Gothic"/>
              </a:defRPr>
            </a:pPr>
            <a:r>
              <a:rPr sz="975" b="1">
                <a:solidFill>
                  <a:srgbClr val="FFFFFF"/>
                </a:solidFill>
                <a:latin typeface="Malgun Gothic"/>
                <a:ea typeface="Malgun Gothic"/>
                <a:cs typeface="Malgun Gothic"/>
              </a:rPr>
              <a:t>05</a:t>
            </a:r>
          </a:p>
        </p:txBody>
      </p:sp>
    </p:spTree>
    <p:extLst>
      <p:ext uri="{BB962C8B-B14F-4D97-AF65-F5344CB8AC3E}">
        <p14:creationId xmlns:p14="http://schemas.microsoft.com/office/powerpoint/2010/main" val="221905549"/>
      </p:ext>
    </p:extLst>
  </p:cSld>
</p:sld>
</file>

<file path=ppt/slides/slide6.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6" name="closing-title">
            <a:extLst xmlns:a="http://schemas.openxmlformats.org/drawingml/2006/main">
              <a:ext uri="{FF2B5EF4-FFF2-40B4-BE49-F238E27FC236}">
                <a16:creationId xmlns:a16="http://schemas.microsoft.com/office/drawing/2014/main" id="{FFBE1397-716E-4C0C-9AA3-DF840E1916CC}"/>
              </a:ext>
            </a:extLst>
          </p:cNvPr>
          <p:cNvSpPr>
            <a:spLocks xmlns:a="http://schemas.openxmlformats.org/drawingml/2006/main" noGrp="1"/>
          </p:cNvSpPr>
          <p:nvPr/>
        </p:nvSpPr>
        <p:spPr>
          <a:xfrm xmlns:a="http://schemas.openxmlformats.org/drawingml/2006/main">
            <a:off x="571500" y="438150"/>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225" b="1">
                <a:solidFill>
                  <a:srgbClr val="102531"/>
                </a:solidFill>
                <a:latin typeface="Malgun Gothic"/>
                <a:ea typeface="Malgun Gothic"/>
                <a:cs typeface="Malgun Gothic"/>
              </a:defRPr>
            </a:pPr>
            <a:r>
              <a:rPr sz="3225" b="1">
                <a:solidFill>
                  <a:srgbClr val="102531"/>
                </a:solidFill>
                <a:latin typeface="Malgun Gothic"/>
                <a:ea typeface="Malgun Gothic"/>
                <a:cs typeface="Malgun Gothic"/>
              </a:rPr>
              <a:t>제품화 판단은 세 가지 검증 게이트로 끝낸다</a:t>
            </a:r>
          </a:p>
        </p:txBody>
      </p:sp>
      <p:sp>
        <p:nvSpPr>
          <p:cNvPr id="2" name="closing-subtitle">
            <a:extLst xmlns:a="http://schemas.openxmlformats.org/drawingml/2006/main">
              <a:ext uri="{FF2B5EF4-FFF2-40B4-BE49-F238E27FC236}">
                <a16:creationId xmlns:a16="http://schemas.microsoft.com/office/drawing/2014/main" id="{0B849196-B11D-4E8D-9759-987BA861FEBD}"/>
              </a:ext>
            </a:extLst>
          </p:cNvPr>
          <p:cNvSpPr>
            <a:spLocks xmlns:a="http://schemas.openxmlformats.org/drawingml/2006/main" noGrp="1"/>
          </p:cNvSpPr>
          <p:nvPr/>
        </p:nvSpPr>
        <p:spPr>
          <a:xfrm xmlns:a="http://schemas.openxmlformats.org/drawingml/2006/main">
            <a:off x="571500" y="1066800"/>
            <a:ext cx="876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0">
                <a:solidFill>
                  <a:srgbClr val="546874"/>
                </a:solidFill>
                <a:latin typeface="Malgun Gothic"/>
                <a:ea typeface="Malgun Gothic"/>
                <a:cs typeface="Malgun Gothic"/>
              </a:defRPr>
            </a:pPr>
            <a:r>
              <a:rPr sz="1500" b="0">
                <a:solidFill>
                  <a:srgbClr val="546874"/>
                </a:solidFill>
                <a:latin typeface="Malgun Gothic"/>
                <a:ea typeface="Malgun Gothic"/>
                <a:cs typeface="Malgun Gothic"/>
              </a:rPr>
              <a:t>통합 검증 → 운영 보안 → Quest 품질 확인 후 출시 여부를 판단합니다</a:t>
            </a:r>
          </a:p>
        </p:txBody>
      </p:sp>
      <p:sp>
        <p:nvSpPr>
          <p:cNvPr id="3" name="">
            <a:extLst xmlns:a="http://schemas.openxmlformats.org/drawingml/2006/main">
              <a:ext uri="{FF2B5EF4-FFF2-40B4-BE49-F238E27FC236}">
                <a16:creationId xmlns:a16="http://schemas.microsoft.com/office/drawing/2014/main" id="{4CB38CA5-A36B-40AF-B298-1B113E410D81}"/>
              </a:ext>
            </a:extLst>
          </p:cNvPr>
          <p:cNvSpPr>
            <a:spLocks xmlns:a="http://schemas.openxmlformats.org/drawingml/2006/main" noGrp="1"/>
          </p:cNvSpPr>
          <p:nvPr/>
        </p:nvSpPr>
        <p:spPr>
          <a:xfrm xmlns:a="http://schemas.openxmlformats.org/drawingml/2006/main">
            <a:off x="571500" y="1771650"/>
            <a:ext cx="76200" cy="3028950"/>
          </a:xfrm>
          <a:prstGeom xmlns:a="http://schemas.openxmlformats.org/drawingml/2006/main" prst="rect">
            <a:avLst/>
          </a:prstGeom>
          <a:solidFill xmlns:a="http://schemas.openxmlformats.org/drawingml/2006/main">
            <a:srgbClr val="00A88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44E1BBB-9652-41E6-82AA-72A4E831838A}"/>
              </a:ext>
            </a:extLst>
          </p:cNvPr>
          <p:cNvSpPr>
            <a:spLocks xmlns:a="http://schemas.openxmlformats.org/drawingml/2006/main" noGrp="1"/>
          </p:cNvSpPr>
          <p:nvPr/>
        </p:nvSpPr>
        <p:spPr>
          <a:xfrm xmlns:a="http://schemas.openxmlformats.org/drawingml/2006/main">
            <a:off x="6153150" y="1771650"/>
            <a:ext cx="76200" cy="3028950"/>
          </a:xfrm>
          <a:prstGeom xmlns:a="http://schemas.openxmlformats.org/drawingml/2006/main" prst="rect">
            <a:avLst/>
          </a:prstGeom>
          <a:solidFill xmlns:a="http://schemas.openxmlformats.org/drawingml/2006/main">
            <a:srgbClr val="F4C243"/>
          </a:solidFill>
          <a:ln xmlns:a="http://schemas.openxmlformats.org/drawingml/2006/main" w="0">
            <a:noFill/>
            <a:prstDash val="solid"/>
          </a:ln>
        </p:spPr>
      </p:sp>
      <p:sp>
        <p:nvSpPr>
          <p:cNvPr id="5" name="closing-current-en">
            <a:extLst xmlns:a="http://schemas.openxmlformats.org/drawingml/2006/main">
              <a:ext uri="{FF2B5EF4-FFF2-40B4-BE49-F238E27FC236}">
                <a16:creationId xmlns:a16="http://schemas.microsoft.com/office/drawing/2014/main" id="{C65F4C34-42D7-4F70-A050-25ABC5AEA56B}"/>
              </a:ext>
            </a:extLst>
          </p:cNvPr>
          <p:cNvSpPr>
            <a:spLocks xmlns:a="http://schemas.openxmlformats.org/drawingml/2006/main" noGrp="1"/>
          </p:cNvSpPr>
          <p:nvPr/>
        </p:nvSpPr>
        <p:spPr>
          <a:xfrm xmlns:a="http://schemas.openxmlformats.org/drawingml/2006/main">
            <a:off x="876300" y="17526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00A88A"/>
                </a:solidFill>
                <a:latin typeface="Malgun Gothic"/>
                <a:ea typeface="Malgun Gothic"/>
                <a:cs typeface="Malgun Gothic"/>
              </a:defRPr>
            </a:pPr>
            <a:r>
              <a:rPr sz="1350" b="1">
                <a:solidFill>
                  <a:srgbClr val="00A88A"/>
                </a:solidFill>
                <a:latin typeface="Malgun Gothic"/>
                <a:ea typeface="Malgun Gothic"/>
                <a:cs typeface="Malgun Gothic"/>
              </a:rPr>
              <a:t>VALIDATE</a:t>
            </a:r>
          </a:p>
        </p:txBody>
      </p:sp>
      <p:sp>
        <p:nvSpPr>
          <p:cNvPr id="6" name="closing-current-head">
            <a:extLst xmlns:a="http://schemas.openxmlformats.org/drawingml/2006/main">
              <a:ext uri="{FF2B5EF4-FFF2-40B4-BE49-F238E27FC236}">
                <a16:creationId xmlns:a16="http://schemas.microsoft.com/office/drawing/2014/main" id="{4B2F11FE-CAD7-4ECF-90ED-A158734CCE14}"/>
              </a:ext>
            </a:extLst>
          </p:cNvPr>
          <p:cNvSpPr>
            <a:spLocks xmlns:a="http://schemas.openxmlformats.org/drawingml/2006/main" noGrp="1"/>
          </p:cNvSpPr>
          <p:nvPr/>
        </p:nvSpPr>
        <p:spPr>
          <a:xfrm xmlns:a="http://schemas.openxmlformats.org/drawingml/2006/main">
            <a:off x="876300" y="2105025"/>
            <a:ext cx="400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400" b="1">
                <a:solidFill>
                  <a:srgbClr val="102531"/>
                </a:solidFill>
                <a:latin typeface="Malgun Gothic"/>
                <a:ea typeface="Malgun Gothic"/>
                <a:cs typeface="Malgun Gothic"/>
              </a:defRPr>
            </a:pPr>
            <a:r>
              <a:rPr sz="2400" b="1">
                <a:solidFill>
                  <a:srgbClr val="102531"/>
                </a:solidFill>
                <a:latin typeface="Malgun Gothic"/>
                <a:ea typeface="Malgun Gothic"/>
                <a:cs typeface="Malgun Gothic"/>
              </a:rPr>
              <a:t>제품 검증</a:t>
            </a:r>
          </a:p>
        </p:txBody>
      </p:sp>
      <p:sp>
        <p:nvSpPr>
          <p:cNvPr id="7" name="closing-current-list">
            <a:extLst xmlns:a="http://schemas.openxmlformats.org/drawingml/2006/main">
              <a:ext uri="{FF2B5EF4-FFF2-40B4-BE49-F238E27FC236}">
                <a16:creationId xmlns:a16="http://schemas.microsoft.com/office/drawing/2014/main" id="{81716450-083B-44B3-B417-BDC0CF1507C2}"/>
              </a:ext>
            </a:extLst>
          </p:cNvPr>
          <p:cNvSpPr>
            <a:spLocks xmlns:a="http://schemas.openxmlformats.org/drawingml/2006/main" noGrp="1"/>
          </p:cNvSpPr>
          <p:nvPr/>
        </p:nvSpPr>
        <p:spPr>
          <a:xfrm xmlns:a="http://schemas.openxmlformats.org/drawingml/2006/main">
            <a:off x="876300" y="2800350"/>
            <a:ext cx="447675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marL="24" indent="-14">
              <a:spcAft>
                <a:spcPts val="13"/>
              </a:spcAft>
              <a:buChar char="•"/>
              <a:defRPr sz="1725">
                <a:solidFill>
                  <a:srgbClr val="102531"/>
                </a:solidFill>
                <a:latin typeface="Malgun Gothic"/>
                <a:ea typeface="Malgun Gothic"/>
                <a:cs typeface="Malgun Gothic"/>
              </a:defRPr>
            </a:pPr>
            <a:r>
              <a:rPr sz="1725">
                <a:solidFill>
                  <a:srgbClr val="102531"/>
                </a:solidFill>
                <a:latin typeface="Malgun Gothic"/>
                <a:ea typeface="Malgun Gothic"/>
                <a:cs typeface="Malgun Gothic"/>
              </a:rPr>
              <a:t>Quest 6개 조합 종단간 실행</a:t>
            </a:r>
          </a:p>
          <a:p xmlns:a="http://schemas.openxmlformats.org/drawingml/2006/main">
            <a:pPr marL="24" indent="-14">
              <a:spcAft>
                <a:spcPts val="13"/>
              </a:spcAft>
              <a:buChar char="•"/>
              <a:defRPr sz="1725">
                <a:solidFill>
                  <a:srgbClr val="102531"/>
                </a:solidFill>
                <a:latin typeface="Malgun Gothic"/>
                <a:ea typeface="Malgun Gothic"/>
                <a:cs typeface="Malgun Gothic"/>
              </a:defRPr>
            </a:pPr>
            <a:r>
              <a:rPr sz="1725">
                <a:solidFill>
                  <a:srgbClr val="102531"/>
                </a:solidFill>
                <a:latin typeface="Malgun Gothic"/>
                <a:ea typeface="Malgun Gothic"/>
                <a:cs typeface="Malgun Gothic"/>
              </a:rPr>
              <a:t>DB·대시보드 결과 대조</a:t>
            </a:r>
          </a:p>
          <a:p xmlns:a="http://schemas.openxmlformats.org/drawingml/2006/main">
            <a:pPr marL="24" indent="-14">
              <a:spcAft>
                <a:spcPts val="13"/>
              </a:spcAft>
              <a:buChar char="•"/>
              <a:defRPr sz="1725">
                <a:solidFill>
                  <a:srgbClr val="102531"/>
                </a:solidFill>
                <a:latin typeface="Malgun Gothic"/>
                <a:ea typeface="Malgun Gothic"/>
                <a:cs typeface="Malgun Gothic"/>
              </a:defRPr>
            </a:pPr>
            <a:r>
              <a:rPr sz="1725">
                <a:solidFill>
                  <a:srgbClr val="102531"/>
                </a:solidFill>
                <a:latin typeface="Malgun Gothic"/>
                <a:ea typeface="Malgun Gothic"/>
                <a:cs typeface="Malgun Gothic"/>
              </a:rPr>
              <a:t>성능·양안·VRC 최종 확인</a:t>
            </a:r>
          </a:p>
        </p:txBody>
      </p:sp>
      <p:sp>
        <p:nvSpPr>
          <p:cNvPr id="8" name="closing-next-en">
            <a:extLst xmlns:a="http://schemas.openxmlformats.org/drawingml/2006/main">
              <a:ext uri="{FF2B5EF4-FFF2-40B4-BE49-F238E27FC236}">
                <a16:creationId xmlns:a16="http://schemas.microsoft.com/office/drawing/2014/main" id="{4811990D-5E99-478F-9FAF-E6BB32F36B40}"/>
              </a:ext>
            </a:extLst>
          </p:cNvPr>
          <p:cNvSpPr>
            <a:spLocks xmlns:a="http://schemas.openxmlformats.org/drawingml/2006/main" noGrp="1"/>
          </p:cNvSpPr>
          <p:nvPr/>
        </p:nvSpPr>
        <p:spPr>
          <a:xfrm xmlns:a="http://schemas.openxmlformats.org/drawingml/2006/main">
            <a:off x="6457950" y="17526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B78300"/>
                </a:solidFill>
                <a:latin typeface="Malgun Gothic"/>
                <a:ea typeface="Malgun Gothic"/>
                <a:cs typeface="Malgun Gothic"/>
              </a:defRPr>
            </a:pPr>
            <a:r>
              <a:rPr sz="1350" b="1">
                <a:solidFill>
                  <a:srgbClr val="B78300"/>
                </a:solidFill>
                <a:latin typeface="Malgun Gothic"/>
                <a:ea typeface="Malgun Gothic"/>
                <a:cs typeface="Malgun Gothic"/>
              </a:rPr>
              <a:t>OPERATE</a:t>
            </a:r>
          </a:p>
        </p:txBody>
      </p:sp>
      <p:sp>
        <p:nvSpPr>
          <p:cNvPr id="9" name="closing-next-head">
            <a:extLst xmlns:a="http://schemas.openxmlformats.org/drawingml/2006/main">
              <a:ext uri="{FF2B5EF4-FFF2-40B4-BE49-F238E27FC236}">
                <a16:creationId xmlns:a16="http://schemas.microsoft.com/office/drawing/2014/main" id="{60558BE6-3D9A-49F4-ABEC-34291AFCAF9A}"/>
              </a:ext>
            </a:extLst>
          </p:cNvPr>
          <p:cNvSpPr>
            <a:spLocks xmlns:a="http://schemas.openxmlformats.org/drawingml/2006/main" noGrp="1"/>
          </p:cNvSpPr>
          <p:nvPr/>
        </p:nvSpPr>
        <p:spPr>
          <a:xfrm xmlns:a="http://schemas.openxmlformats.org/drawingml/2006/main">
            <a:off x="6457950" y="2105025"/>
            <a:ext cx="428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400" b="1">
                <a:solidFill>
                  <a:srgbClr val="102531"/>
                </a:solidFill>
                <a:latin typeface="Malgun Gothic"/>
                <a:ea typeface="Malgun Gothic"/>
                <a:cs typeface="Malgun Gothic"/>
              </a:defRPr>
            </a:pPr>
            <a:r>
              <a:rPr sz="2400" b="1">
                <a:solidFill>
                  <a:srgbClr val="102531"/>
                </a:solidFill>
                <a:latin typeface="Malgun Gothic"/>
                <a:ea typeface="Malgun Gothic"/>
                <a:cs typeface="Malgun Gothic"/>
              </a:rPr>
              <a:t>운영 준비</a:t>
            </a:r>
          </a:p>
        </p:txBody>
      </p:sp>
      <p:sp>
        <p:nvSpPr>
          <p:cNvPr id="10" name="closing-next-list">
            <a:extLst xmlns:a="http://schemas.openxmlformats.org/drawingml/2006/main">
              <a:ext uri="{FF2B5EF4-FFF2-40B4-BE49-F238E27FC236}">
                <a16:creationId xmlns:a16="http://schemas.microsoft.com/office/drawing/2014/main" id="{42446D7A-8164-4501-B7DF-2B783FCE0D27}"/>
              </a:ext>
            </a:extLst>
          </p:cNvPr>
          <p:cNvSpPr>
            <a:spLocks xmlns:a="http://schemas.openxmlformats.org/drawingml/2006/main" noGrp="1"/>
          </p:cNvSpPr>
          <p:nvPr/>
        </p:nvSpPr>
        <p:spPr>
          <a:xfrm xmlns:a="http://schemas.openxmlformats.org/drawingml/2006/main">
            <a:off x="6457950" y="2800350"/>
            <a:ext cx="476250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marL="24" indent="-14">
              <a:spcAft>
                <a:spcPts val="13"/>
              </a:spcAft>
              <a:buChar char="•"/>
              <a:defRPr sz="1725">
                <a:solidFill>
                  <a:srgbClr val="102531"/>
                </a:solidFill>
                <a:latin typeface="Malgun Gothic"/>
                <a:ea typeface="Malgun Gothic"/>
                <a:cs typeface="Malgun Gothic"/>
              </a:defRPr>
            </a:pPr>
            <a:r>
              <a:rPr sz="1725">
                <a:solidFill>
                  <a:srgbClr val="102531"/>
                </a:solidFill>
                <a:latin typeface="Malgun Gothic"/>
                <a:ea typeface="Malgun Gothic"/>
                <a:cs typeface="Malgun Gothic"/>
              </a:rPr>
              <a:t>인증·HTTPS·권한 정책 적용</a:t>
            </a:r>
          </a:p>
          <a:p xmlns:a="http://schemas.openxmlformats.org/drawingml/2006/main">
            <a:pPr marL="24" indent="-14">
              <a:spcAft>
                <a:spcPts val="13"/>
              </a:spcAft>
              <a:buChar char="•"/>
              <a:defRPr sz="1725">
                <a:solidFill>
                  <a:srgbClr val="102531"/>
                </a:solidFill>
                <a:latin typeface="Malgun Gothic"/>
                <a:ea typeface="Malgun Gothic"/>
                <a:cs typeface="Malgun Gothic"/>
              </a:defRPr>
            </a:pPr>
            <a:r>
              <a:rPr sz="1725">
                <a:solidFill>
                  <a:srgbClr val="102531"/>
                </a:solidFill>
                <a:latin typeface="Malgun Gothic"/>
                <a:ea typeface="Malgun Gothic"/>
                <a:cs typeface="Malgun Gothic"/>
              </a:rPr>
              <a:t>배포·복구·모니터링 절차 확정</a:t>
            </a:r>
          </a:p>
          <a:p xmlns:a="http://schemas.openxmlformats.org/drawingml/2006/main">
            <a:pPr marL="24" indent="-14">
              <a:spcAft>
                <a:spcPts val="13"/>
              </a:spcAft>
              <a:buChar char="•"/>
              <a:defRPr sz="1725">
                <a:solidFill>
                  <a:srgbClr val="102531"/>
                </a:solidFill>
                <a:latin typeface="Malgun Gothic"/>
                <a:ea typeface="Malgun Gothic"/>
                <a:cs typeface="Malgun Gothic"/>
              </a:defRPr>
            </a:pPr>
            <a:r>
              <a:rPr sz="1725">
                <a:solidFill>
                  <a:srgbClr val="102531"/>
                </a:solidFill>
                <a:latin typeface="Malgun Gothic"/>
                <a:ea typeface="Malgun Gothic"/>
                <a:cs typeface="Malgun Gothic"/>
              </a:rPr>
              <a:t>Quest 출시 서명과 운영 인수</a:t>
            </a:r>
          </a:p>
        </p:txBody>
      </p:sp>
      <p:sp>
        <p:nvSpPr>
          <p:cNvPr id="11" name="closing-boundary">
            <a:extLst xmlns:a="http://schemas.openxmlformats.org/drawingml/2006/main">
              <a:ext uri="{FF2B5EF4-FFF2-40B4-BE49-F238E27FC236}">
                <a16:creationId xmlns:a16="http://schemas.microsoft.com/office/drawing/2014/main" id="{98756537-ECD5-40F8-A019-DED2D0E7CDCC}"/>
              </a:ext>
            </a:extLst>
          </p:cNvPr>
          <p:cNvSpPr>
            <a:spLocks xmlns:a="http://schemas.openxmlformats.org/drawingml/2006/main" noGrp="1"/>
          </p:cNvSpPr>
          <p:nvPr/>
        </p:nvSpPr>
        <p:spPr>
          <a:xfrm xmlns:a="http://schemas.openxmlformats.org/drawingml/2006/main">
            <a:off x="571500" y="5067300"/>
            <a:ext cx="1104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546874"/>
                </a:solidFill>
                <a:latin typeface="Malgun Gothic"/>
                <a:ea typeface="Malgun Gothic"/>
                <a:cs typeface="Malgun Gothic"/>
              </a:defRPr>
            </a:pPr>
            <a:r>
              <a:rPr sz="1200" b="0">
                <a:solidFill>
                  <a:srgbClr val="546874"/>
                </a:solidFill>
                <a:latin typeface="Malgun Gothic"/>
                <a:ea typeface="Malgun Gothic"/>
                <a:cs typeface="Malgun Gothic"/>
              </a:rPr>
              <a:t>※ 합격 기준과 운영 KPI는 통합 실행 근거를 확인한 뒤 확정합니다.</a:t>
            </a:r>
          </a:p>
        </p:txBody>
      </p:sp>
      <p:sp>
        <p:nvSpPr>
          <p:cNvPr id="12" name="">
            <a:extLst xmlns:a="http://schemas.openxmlformats.org/drawingml/2006/main">
              <a:ext uri="{FF2B5EF4-FFF2-40B4-BE49-F238E27FC236}">
                <a16:creationId xmlns:a16="http://schemas.microsoft.com/office/drawing/2014/main" id="{46B16797-0335-4D0F-AF1C-0DECD640FF67}"/>
              </a:ext>
            </a:extLst>
          </p:cNvPr>
          <p:cNvSpPr>
            <a:spLocks xmlns:a="http://schemas.openxmlformats.org/drawingml/2006/main" noGrp="1"/>
          </p:cNvSpPr>
          <p:nvPr/>
        </p:nvSpPr>
        <p:spPr>
          <a:xfrm xmlns:a="http://schemas.openxmlformats.org/drawingml/2006/main">
            <a:off x="0" y="5600700"/>
            <a:ext cx="12192000" cy="1257300"/>
          </a:xfrm>
          <a:prstGeom xmlns:a="http://schemas.openxmlformats.org/drawingml/2006/main" prst="rect">
            <a:avLst/>
          </a:prstGeom>
          <a:solidFill xmlns:a="http://schemas.openxmlformats.org/drawingml/2006/main">
            <a:srgbClr val="0D2A3A"/>
          </a:solidFill>
          <a:ln xmlns:a="http://schemas.openxmlformats.org/drawingml/2006/main" w="0">
            <a:noFill/>
            <a:prstDash val="solid"/>
          </a:ln>
        </p:spPr>
      </p:sp>
      <p:sp>
        <p:nvSpPr>
          <p:cNvPr id="13" name="closing-goal-label">
            <a:extLst xmlns:a="http://schemas.openxmlformats.org/drawingml/2006/main">
              <a:ext uri="{FF2B5EF4-FFF2-40B4-BE49-F238E27FC236}">
                <a16:creationId xmlns:a16="http://schemas.microsoft.com/office/drawing/2014/main" id="{211B467E-686D-4B9C-885F-4AFD6F7B7F01}"/>
              </a:ext>
            </a:extLst>
          </p:cNvPr>
          <p:cNvSpPr>
            <a:spLocks xmlns:a="http://schemas.openxmlformats.org/drawingml/2006/main" noGrp="1"/>
          </p:cNvSpPr>
          <p:nvPr/>
        </p:nvSpPr>
        <p:spPr>
          <a:xfrm xmlns:a="http://schemas.openxmlformats.org/drawingml/2006/main">
            <a:off x="571500" y="5829300"/>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1">
                <a:solidFill>
                  <a:srgbClr val="F4C243"/>
                </a:solidFill>
                <a:latin typeface="Malgun Gothic"/>
                <a:ea typeface="Malgun Gothic"/>
                <a:cs typeface="Malgun Gothic"/>
              </a:defRPr>
            </a:pPr>
            <a:r>
              <a:rPr sz="1500" b="1">
                <a:solidFill>
                  <a:srgbClr val="F4C243"/>
                </a:solidFill>
                <a:latin typeface="Malgun Gothic"/>
                <a:ea typeface="Malgun Gothic"/>
                <a:cs typeface="Malgun Gothic"/>
              </a:rPr>
              <a:t>의사결정 기준</a:t>
            </a:r>
          </a:p>
        </p:txBody>
      </p:sp>
      <p:sp>
        <p:nvSpPr>
          <p:cNvPr id="14" name="closing-goal">
            <a:extLst xmlns:a="http://schemas.openxmlformats.org/drawingml/2006/main">
              <a:ext uri="{FF2B5EF4-FFF2-40B4-BE49-F238E27FC236}">
                <a16:creationId xmlns:a16="http://schemas.microsoft.com/office/drawing/2014/main" id="{DD8CC006-41C8-430D-BD67-AFC64D932CCB}"/>
              </a:ext>
            </a:extLst>
          </p:cNvPr>
          <p:cNvSpPr>
            <a:spLocks xmlns:a="http://schemas.openxmlformats.org/drawingml/2006/main" noGrp="1"/>
          </p:cNvSpPr>
          <p:nvPr/>
        </p:nvSpPr>
        <p:spPr>
          <a:xfrm xmlns:a="http://schemas.openxmlformats.org/drawingml/2006/main">
            <a:off x="571500" y="61912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175" b="1">
                <a:solidFill>
                  <a:srgbClr val="FFFFFF"/>
                </a:solidFill>
                <a:latin typeface="Malgun Gothic"/>
                <a:ea typeface="Malgun Gothic"/>
                <a:cs typeface="Malgun Gothic"/>
              </a:defRPr>
            </a:pPr>
            <a:r>
              <a:rPr sz="2175" b="1">
                <a:solidFill>
                  <a:srgbClr val="FFFFFF"/>
                </a:solidFill>
                <a:latin typeface="Malgun Gothic"/>
                <a:ea typeface="Malgun Gothic"/>
                <a:cs typeface="Malgun Gothic"/>
              </a:rPr>
              <a:t>종단간 성공 · 운영 요건 충족 · Quest 품질 확인</a:t>
            </a:r>
          </a:p>
        </p:txBody>
      </p:sp>
      <p:sp>
        <p:nvSpPr>
          <p:cNvPr id="15" name="closing-page">
            <a:extLst xmlns:a="http://schemas.openxmlformats.org/drawingml/2006/main">
              <a:ext uri="{FF2B5EF4-FFF2-40B4-BE49-F238E27FC236}">
                <a16:creationId xmlns:a16="http://schemas.microsoft.com/office/drawing/2014/main" id="{FA06F565-20FE-4333-B571-1C7A244E8CD0}"/>
              </a:ext>
            </a:extLst>
          </p:cNvPr>
          <p:cNvSpPr>
            <a:spLocks xmlns:a="http://schemas.openxmlformats.org/drawingml/2006/main" noGrp="1"/>
          </p:cNvSpPr>
          <p:nvPr/>
        </p:nvSpPr>
        <p:spPr>
          <a:xfrm xmlns:a="http://schemas.openxmlformats.org/drawingml/2006/main">
            <a:off x="11049000" y="657225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975" b="1">
                <a:solidFill>
                  <a:srgbClr val="FFFFFF"/>
                </a:solidFill>
                <a:latin typeface="Malgun Gothic"/>
                <a:ea typeface="Malgun Gothic"/>
                <a:cs typeface="Malgun Gothic"/>
              </a:defRPr>
            </a:pPr>
            <a:r>
              <a:rPr sz="975" b="1">
                <a:solidFill>
                  <a:srgbClr val="FFFFFF"/>
                </a:solidFill>
                <a:latin typeface="Malgun Gothic"/>
                <a:ea typeface="Malgun Gothic"/>
                <a:cs typeface="Malgun Gothic"/>
              </a:rPr>
              <a:t>06</a:t>
            </a:r>
          </a:p>
        </p:txBody>
      </p:sp>
    </p:spTree>
    <p:extLst>
      <p:ext uri="{BB962C8B-B14F-4D97-AF65-F5344CB8AC3E}">
        <p14:creationId xmlns:p14="http://schemas.microsoft.com/office/powerpoint/2010/main" val="2219055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2026-09-01T08:05:07.9470000Z</dcterms:created>
  <dcterms:modified xsi:type="dcterms:W3CDTF">2026-09-01T08:05:07.9470000Z</dcterms:modified>
</coreProperties>
</file>