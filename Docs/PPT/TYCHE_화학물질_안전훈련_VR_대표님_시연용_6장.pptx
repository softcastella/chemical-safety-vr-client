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ece48cedf89474b" /><Relationship Type="http://schemas.openxmlformats.org/officeDocument/2006/relationships/extended-properties" Target="/docProps/app.xml" Id="R73de3c97ec774b62" /><Relationship Type="http://schemas.openxmlformats.org/officeDocument/2006/relationships/officeDocument" Target="/ppt/presentation.xml" Id="R7e7c78bee6774dee" /></Relationships>
</file>

<file path=ppt/presentation.xml><?xml version="1.0" encoding="utf-8"?>
<p:presentation xmlns:p="http://schemas.openxmlformats.org/presentationml/2006/main">
  <p:sldMasterIdLst>
    <p:sldMasterId xmlns:r="http://schemas.openxmlformats.org/officeDocument/2006/relationships" id="2147483648" r:id="Rb820d291df454b62"/>
  </p:sldMasterIdLst>
  <p:notesMasterIdLst>
    <p:notesMasterId xmlns:r="http://schemas.openxmlformats.org/officeDocument/2006/relationships" r:id="R784c86ad0a4645f5"/>
  </p:notesMasterIdLst>
  <p:sldIdLst>
    <p:sldId xmlns:r="http://schemas.openxmlformats.org/officeDocument/2006/relationships" id="256" r:id="R962265a2d4a143ca"/>
    <p:sldId xmlns:r="http://schemas.openxmlformats.org/officeDocument/2006/relationships" id="257" r:id="Rfe71bc9979944ca5"/>
    <p:sldId xmlns:r="http://schemas.openxmlformats.org/officeDocument/2006/relationships" id="258" r:id="R7c78bbfdc73244b5"/>
    <p:sldId xmlns:r="http://schemas.openxmlformats.org/officeDocument/2006/relationships" id="259" r:id="R12333cd370b842f1"/>
    <p:sldId xmlns:r="http://schemas.openxmlformats.org/officeDocument/2006/relationships" id="260" r:id="Rcb8cd1012eea49fb"/>
    <p:sldId xmlns:r="http://schemas.openxmlformats.org/officeDocument/2006/relationships" id="261" r:id="Raf50670725914d2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cd26a2e6b6e43f2" /><Relationship Type="http://schemas.openxmlformats.org/officeDocument/2006/relationships/slideMaster" Target="/ppt/slideMasters/slideMaster1.xml" Id="Rb820d291df454b62" /><Relationship Type="http://schemas.openxmlformats.org/officeDocument/2006/relationships/notesMaster" Target="/ppt/notesMasters/notesMaster1.xml" Id="R784c86ad0a4645f5" /><Relationship Type="http://schemas.openxmlformats.org/officeDocument/2006/relationships/presProps" Target="/ppt/presProps.xml" Id="Rc255940c204e46cd" /><Relationship Type="http://schemas.openxmlformats.org/officeDocument/2006/relationships/tableStyles" Target="/ppt/tableStyles.xml" Id="Rfd9d4706854a4fe2" /><Relationship Type="http://schemas.openxmlformats.org/officeDocument/2006/relationships/slide" Target="/ppt/slides/slide1.xml" Id="R962265a2d4a143ca" /><Relationship Type="http://schemas.openxmlformats.org/officeDocument/2006/relationships/slide" Target="/ppt/slides/slide2.xml" Id="Rfe71bc9979944ca5" /><Relationship Type="http://schemas.openxmlformats.org/officeDocument/2006/relationships/slide" Target="/ppt/slides/slide3.xml" Id="R7c78bbfdc73244b5" /><Relationship Type="http://schemas.openxmlformats.org/officeDocument/2006/relationships/slide" Target="/ppt/slides/slide4.xml" Id="R12333cd370b842f1" /><Relationship Type="http://schemas.openxmlformats.org/officeDocument/2006/relationships/slide" Target="/ppt/slides/slide5.xml" Id="Rcb8cd1012eea49fb" /><Relationship Type="http://schemas.openxmlformats.org/officeDocument/2006/relationships/slide" Target="/ppt/slides/slide6.xml" Id="Raf50670725914d2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8f83487e6e7436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0cb88e74f344440" /><Relationship Type="http://schemas.openxmlformats.org/officeDocument/2006/relationships/notesMaster" Target="/ppt/notesMasters/notesMaster1.xml" Id="R734e8fad331441e1" /></Relationships>
</file>

<file path=ppt/notesSlides/_rels/notesSlide2.xml.rels>&#65279;<?xml version="1.0" encoding="utf-8"?><Relationships xmlns="http://schemas.openxmlformats.org/package/2006/relationships"><Relationship Type="http://schemas.openxmlformats.org/officeDocument/2006/relationships/slide" Target="/ppt/slides/slide2.xml" Id="Rde807bd1963a41dd" /><Relationship Type="http://schemas.openxmlformats.org/officeDocument/2006/relationships/notesMaster" Target="/ppt/notesMasters/notesMaster1.xml" Id="Rf887c7514fed4655" /></Relationships>
</file>

<file path=ppt/notesSlides/_rels/notesSlide3.xml.rels>&#65279;<?xml version="1.0" encoding="utf-8"?><Relationships xmlns="http://schemas.openxmlformats.org/package/2006/relationships"><Relationship Type="http://schemas.openxmlformats.org/officeDocument/2006/relationships/slide" Target="/ppt/slides/slide3.xml" Id="R1400eec26e234398" /><Relationship Type="http://schemas.openxmlformats.org/officeDocument/2006/relationships/notesMaster" Target="/ppt/notesMasters/notesMaster1.xml" Id="Ra8da2e74c51d4627" /></Relationships>
</file>

<file path=ppt/notesSlides/_rels/notesSlide4.xml.rels>&#65279;<?xml version="1.0" encoding="utf-8"?><Relationships xmlns="http://schemas.openxmlformats.org/package/2006/relationships"><Relationship Type="http://schemas.openxmlformats.org/officeDocument/2006/relationships/slide" Target="/ppt/slides/slide4.xml" Id="R5235266ed4154552" /><Relationship Type="http://schemas.openxmlformats.org/officeDocument/2006/relationships/notesMaster" Target="/ppt/notesMasters/notesMaster1.xml" Id="Rca5ddf2930a449f9" /></Relationships>
</file>

<file path=ppt/notesSlides/_rels/notesSlide5.xml.rels>&#65279;<?xml version="1.0" encoding="utf-8"?><Relationships xmlns="http://schemas.openxmlformats.org/package/2006/relationships"><Relationship Type="http://schemas.openxmlformats.org/officeDocument/2006/relationships/slide" Target="/ppt/slides/slide5.xml" Id="R5d77379e2ccc40b9" /><Relationship Type="http://schemas.openxmlformats.org/officeDocument/2006/relationships/notesMaster" Target="/ppt/notesMasters/notesMaster1.xml" Id="Rd0092a3c492c4a1a" /></Relationships>
</file>

<file path=ppt/notesSlides/_rels/notesSlide6.xml.rels>&#65279;<?xml version="1.0" encoding="utf-8"?><Relationships xmlns="http://schemas.openxmlformats.org/package/2006/relationships"><Relationship Type="http://schemas.openxmlformats.org/officeDocument/2006/relationships/slide" Target="/ppt/slides/slide6.xml" Id="R5c81d0fec8264540" /><Relationship Type="http://schemas.openxmlformats.org/officeDocument/2006/relationships/notesMaster" Target="/ppt/notesMasters/notesMaster1.xml" Id="R8c6f989b15334d0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현실에서 반복하기 어려운 화학물질 사고 대응을 VR에서 안전하게 훈련하고, 수행 근거를 데이터로 남기는 프로젝트입니다.</a:t>
            </a:r>
          </a:p>
          <a:p xmlns:a="http://schemas.openxmlformats.org/drawingml/2006/main">
            <a:r>
              <a:t/>
            </a:r>
          </a:p>
          <a:p xmlns:a="http://schemas.openxmlformats.org/drawingml/2006/main">
            <a:r>
              <a:t>[Sources]</a:t>
            </a:r>
          </a:p>
          <a:p xmlns:a="http://schemas.openxmlformats.org/drawingml/2006/main">
            <a:r>
              <a:t>- Project asset: C:/Users/user/Documents/Workspace/chemical-safety-vr-server/public/site/assets/vr-hero-hd.jpg</a:t>
            </a:r>
          </a:p>
          <a:p xmlns:a="http://schemas.openxmlformats.org/drawingml/2006/main">
            <a:r>
              <a:t>- Project context: C:/Users/user/Documents/Workspace/chemical-safety-vr-client/AGENTS.md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사용자는 설명을 보는 데 그치지 않고 작업계획을 판단하고, PPE를 검사·착용하며, 평가까지 수행합니다.</a:t>
            </a:r>
          </a:p>
          <a:p xmlns:a="http://schemas.openxmlformats.org/drawingml/2006/main">
            <a:r>
              <a:t/>
            </a:r>
          </a:p>
          <a:p xmlns:a="http://schemas.openxmlformats.org/drawingml/2006/main">
            <a:r>
              <a:t>[Sources]</a:t>
            </a:r>
          </a:p>
          <a:p xmlns:a="http://schemas.openxmlformats.org/drawingml/2006/main">
            <a:r>
              <a:t>- Build scenes: C:/Users/user/Documents/Workspace/chemical-safety-vr-client/ProjectSettings/EditorBuildSettings.asset</a:t>
            </a:r>
          </a:p>
          <a:p xmlns:a="http://schemas.openxmlformats.org/drawingml/2006/main">
            <a:r>
              <a:t>- Mode/work-plan basis: C:/Users/user/Documents/Workspace/chemical-safety-vr-client/Docs/MeetingNotes/2026-08-26_PPE_Training_Data_Dashboard_Followup.md</a:t>
            </a:r>
          </a:p>
          <a:p xmlns:a="http://schemas.openxmlformats.org/drawingml/2006/main">
            <a:r>
              <a:t>- Images: ppe_room.png, select_ppe.png, check_work.png under C:/Users/user/Documents/Workspace/chemical-safety-vr-server/public/site/assets/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잘못된 장비나 결함 장비를 구분해야 다음 단계로 진행되도록 설계해, 안전 지식을 실제 행동으로 전환합니다.</a:t>
            </a:r>
          </a:p>
          <a:p xmlns:a="http://schemas.openxmlformats.org/drawingml/2006/main">
            <a:r>
              <a:t/>
            </a:r>
          </a:p>
          <a:p xmlns:a="http://schemas.openxmlformats.org/drawingml/2006/main">
            <a:r>
              <a:t>[Sources]</a:t>
            </a:r>
          </a:p>
          <a:p xmlns:a="http://schemas.openxmlformats.org/drawingml/2006/main">
            <a:r>
              <a:t>- Interaction behavior: C:/Users/user/Documents/Workspace/chemical-safety-vr-client/Docs/MeetingNotes/2026-08-27_XR_Startup_PPE_Room_Interaction_Followup.md</a:t>
            </a:r>
          </a:p>
          <a:p xmlns:a="http://schemas.openxmlformats.org/drawingml/2006/main">
            <a:r>
              <a:t>- PPE behavior: C:/Users/user/Documents/Workspace/chemical-safety-vr-client/Assets/Scripts/PPEActionPanelController.cs</a:t>
            </a:r>
          </a:p>
          <a:p xmlns:a="http://schemas.openxmlformats.org/drawingml/2006/main">
            <a:r>
              <a:t>- Images: ppe_check.png and check_ppe.png under C:/Users/user/Documents/Workspace/chemical-safety-vr-server/public/site/assets/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훈련 결과는 완료 여부만 저장하는 것이 아니라 선택, 오답, 소요시간과 조작 문제까지 교육 개선 근거로 남깁니다.</a:t>
            </a:r>
          </a:p>
          <a:p xmlns:a="http://schemas.openxmlformats.org/drawingml/2006/main">
            <a:r>
              <a:t>현재는 클라이언트·서버 원본 계약이 반영됐고, 실제 Quest 6개 조합의 DB·대시보드 종단간 검증이 다음 게이트입니다.</a:t>
            </a:r>
          </a:p>
          <a:p xmlns:a="http://schemas.openxmlformats.org/drawingml/2006/main">
            <a:r>
              <a:t/>
            </a:r>
          </a:p>
          <a:p xmlns:a="http://schemas.openxmlformats.org/drawingml/2006/main">
            <a:r>
              <a:t>[Sources]</a:t>
            </a:r>
          </a:p>
          <a:p xmlns:a="http://schemas.openxmlformats.org/drawingml/2006/main">
            <a:r>
              <a:t>- Client telemetry: C:/Users/user/Documents/Workspace/chemical-safety-vr-client/Assets/Scripts/PPETrainingTelemetryCapture.cs</a:t>
            </a:r>
          </a:p>
          <a:p xmlns:a="http://schemas.openxmlformats.org/drawingml/2006/main">
            <a:r>
              <a:t>- Client uploader: C:/Users/user/Documents/Workspace/chemical-safety-vr-client/Assets/Scripts/TycheTrainingTelemetryUploader.cs</a:t>
            </a:r>
          </a:p>
          <a:p xmlns:a="http://schemas.openxmlformats.org/drawingml/2006/main">
            <a:r>
              <a:t>- Server routes: C:/Users/user/Documents/Workspace/chemical-safety-vr-server/src/app.js</a:t>
            </a:r>
          </a:p>
          <a:p xmlns:a="http://schemas.openxmlformats.org/drawingml/2006/main">
            <a:r>
              <a:t>- Server contract: C:/Users/user/Documents/Workspace/chemical-safety-vr-server/src/modules/training-telemetry/training-telemetry-service.js</a:t>
            </a:r>
          </a:p>
          <a:p xmlns:a="http://schemas.openxmlformats.org/drawingml/2006/main">
            <a:r>
              <a:t>- Validation boundary: C:/Users/user/Documents/Workspace/chemical-safety-vr-client/Docs/MeetingNotes/2026-08-26_PPE_Training_Data_Dashboard_Followup.md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현재 구현된 범위를 VR 클라이언트와 서버·관리 기능으로 나누어 설명합니다. 대표님에게는 내부 구현 세부보다 사용자가 어떤 훈련을 하고 그 결과가 어떤 기록·조회 구조로 연결되는지 보여줍니다. 실제 Quest 전체 조합의 통합 실행은 최종 점검 단계로 구분합니다.</a:t>
            </a:r>
          </a:p>
          <a:p xmlns:a="http://schemas.openxmlformats.org/drawingml/2006/main">
            <a:r>
              <a:t/>
            </a:r>
          </a:p>
          <a:p xmlns:a="http://schemas.openxmlformats.org/drawingml/2006/main">
            <a:r>
              <a:t>[Sources]</a:t>
            </a:r>
          </a:p>
          <a:p xmlns:a="http://schemas.openxmlformats.org/drawingml/2006/main">
            <a:r>
              <a:t>- Client basis commit: 506664fb39a410d31e8620be59b920b7c8683bbc</a:t>
            </a:r>
          </a:p>
          <a:p xmlns:a="http://schemas.openxmlformats.org/drawingml/2006/main">
            <a:r>
              <a:t>- Server basis commit: e20e59e5a1c209e66cda5b604f4815540d6a24a0</a:t>
            </a:r>
          </a:p>
          <a:p xmlns:a="http://schemas.openxmlformats.org/drawingml/2006/main">
            <a:r>
              <a:t>- Enabled scenes: C:/Users/user/Documents/Workspace/chemical-safety-vr-client/ProjectSettings/EditorBuildSettings.asset</a:t>
            </a:r>
          </a:p>
          <a:p xmlns:a="http://schemas.openxmlformats.org/drawingml/2006/main">
            <a:r>
              <a:t>- Client telemetry: C:/Users/user/Documents/Workspace/chemical-safety-vr-client/Assets/Scripts/PPETrainingTelemetryCapture.cs</a:t>
            </a:r>
          </a:p>
          <a:p xmlns:a="http://schemas.openxmlformats.org/drawingml/2006/main">
            <a:r>
              <a:t>- Client uploader: C:/Users/user/Documents/Workspace/chemical-safety-vr-client/Assets/Scripts/TycheTrainingTelemetryUploader.cs</a:t>
            </a:r>
          </a:p>
          <a:p xmlns:a="http://schemas.openxmlformats.org/drawingml/2006/main">
            <a:r>
              <a:t>- Server routes: C:/Users/user/Documents/Workspace/chemical-safety-vr-server/src/app.js</a:t>
            </a:r>
          </a:p>
          <a:p xmlns:a="http://schemas.openxmlformats.org/drawingml/2006/main">
            <a:r>
              <a:t>- Server contract: C:/Users/user/Documents/Workspace/chemical-safety-vr-server/src/modules/training-telemetry/training-telemetry-service.js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마지막 장은 운영 준비나 출시 판단을 다루지 않습니다. 오늘 시연에서 직접 확인할 사용자 동작과 데이터 생성·전송·대조 흐름만 정리합니다. 결론은 VR 훈련, 수행 기록, 관리 조회가 하나의 구현 시스템으로 이어지는지 확인하는 것입니다.</a:t>
            </a:r>
          </a:p>
          <a:p xmlns:a="http://schemas.openxmlformats.org/drawingml/2006/main">
            <a:r>
              <a:t/>
            </a:r>
          </a:p>
          <a:p xmlns:a="http://schemas.openxmlformats.org/drawingml/2006/main">
            <a:r>
              <a:t>[Sources]</a:t>
            </a:r>
          </a:p>
          <a:p xmlns:a="http://schemas.openxmlformats.org/drawingml/2006/main">
            <a:r>
              <a:t>- Client basis commit: 506664fb39a410d31e8620be59b920b7c8683bbc</a:t>
            </a:r>
          </a:p>
          <a:p xmlns:a="http://schemas.openxmlformats.org/drawingml/2006/main">
            <a:r>
              <a:t>- Server basis commit: e20e59e5a1c209e66cda5b604f4815540d6a24a0</a:t>
            </a:r>
          </a:p>
          <a:p xmlns:a="http://schemas.openxmlformats.org/drawingml/2006/main">
            <a:r>
              <a:t>- Client telemetry: C:/Users/user/Documents/Workspace/chemical-safety-vr-client/Assets/Scripts/PPETrainingTelemetryCapture.cs</a:t>
            </a:r>
          </a:p>
          <a:p xmlns:a="http://schemas.openxmlformats.org/drawingml/2006/main">
            <a:r>
              <a:t>- Client uploader: C:/Users/user/Documents/Workspace/chemical-safety-vr-client/Assets/Scripts/TycheTrainingTelemetryUploader.cs</a:t>
            </a:r>
          </a:p>
          <a:p xmlns:a="http://schemas.openxmlformats.org/drawingml/2006/main">
            <a:r>
              <a:t>- Server implementation overview: C:/Users/user/Documents/Workspace/chemical-safety-vr-server/README.md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bb5807e359a432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9c6996f5d9e431c" /><Relationship Type="http://schemas.openxmlformats.org/officeDocument/2006/relationships/slideLayout" Target="/ppt/slideLayouts/slideLayout1.xml" Id="Ra53ca2ec23ff460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53ca2ec23ff460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c46585403d54b2d" /><Relationship Type="http://schemas.openxmlformats.org/officeDocument/2006/relationships/image" Target="/ppt/media/image.jpeg" Id="R4f012bc8da9f4712" /><Relationship Type="http://schemas.openxmlformats.org/officeDocument/2006/relationships/notesSlide" Target="/ppt/notesSlides/notesSlide1.xml" Id="R06df909562aa459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ff278dbe9554cec" /><Relationship Type="http://schemas.openxmlformats.org/officeDocument/2006/relationships/image" Target="/ppt/media/image.png" Id="Ra6c395159fb54904" /><Relationship Type="http://schemas.openxmlformats.org/officeDocument/2006/relationships/image" Target="/ppt/media/image2.png" Id="Ra6cd97889d384e1a" /><Relationship Type="http://schemas.openxmlformats.org/officeDocument/2006/relationships/image" Target="/ppt/media/image3.png" Id="R23665a0b855f4811" /><Relationship Type="http://schemas.openxmlformats.org/officeDocument/2006/relationships/notesSlide" Target="/ppt/notesSlides/notesSlide2.xml" Id="R755ed3da955a41b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7f264e78cca24a37" /><Relationship Type="http://schemas.openxmlformats.org/officeDocument/2006/relationships/image" Target="/ppt/media/image4.png" Id="Rab72d56ead67462c" /><Relationship Type="http://schemas.openxmlformats.org/officeDocument/2006/relationships/image" Target="/ppt/media/image5.png" Id="Rb690760815b4410e" /><Relationship Type="http://schemas.openxmlformats.org/officeDocument/2006/relationships/notesSlide" Target="/ppt/notesSlides/notesSlide3.xml" Id="R817d72ac0e5540a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2e4a19339e14e57" /><Relationship Type="http://schemas.openxmlformats.org/officeDocument/2006/relationships/notesSlide" Target="/ppt/notesSlides/notesSlide4.xml" Id="R643a59b4f64c4f7b"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9f60e66330f845e4" /><Relationship Type="http://schemas.openxmlformats.org/officeDocument/2006/relationships/notesSlide" Target="/ppt/notesSlides/notesSlide5.xml" Id="R58367b493c7a433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c5577a2352d4655" /><Relationship Type="http://schemas.openxmlformats.org/officeDocument/2006/relationships/notesSlide" Target="/ppt/notesSlides/notesSlide6.xml" Id="Raec38becffc34f8f" /></Relationships>
</file>

<file path=ppt/slides/slide1.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D4AE56F2-581E-4C00-9D42-983CD1A76172}"/>
              </a:ext>
            </a:extLst>
          </p:cNvPr>
          <p:cNvSpPr>
            <a:spLocks xmlns:a="http://schemas.openxmlformats.org/drawingml/2006/main" noGrp="1"/>
          </p:cNvSpPr>
          <p:nvPr/>
        </p:nvSpPr>
        <p:spPr>
          <a:xfrm xmlns:a="http://schemas.openxmlformats.org/drawingml/2006/main">
            <a:off x="0" y="0"/>
            <a:ext cx="190500" cy="6858000"/>
          </a:xfrm>
          <a:prstGeom xmlns:a="http://schemas.openxmlformats.org/drawingml/2006/main" prst="rect">
            <a:avLst/>
          </a:prstGeom>
          <a:solidFill xmlns:a="http://schemas.openxmlformats.org/drawingml/2006/main">
            <a:srgbClr val="00A88A"/>
          </a:solidFill>
          <a:ln xmlns:a="http://schemas.openxmlformats.org/drawingml/2006/main" w="0">
            <a:noFill/>
            <a:prstDash val="solid"/>
          </a:ln>
        </p:spPr>
      </p:sp>
      <p:sp>
        <p:nvSpPr>
          <p:cNvPr id="2" name="cover-eyebrow">
            <a:extLst xmlns:a="http://schemas.openxmlformats.org/drawingml/2006/main">
              <a:ext uri="{FF2B5EF4-FFF2-40B4-BE49-F238E27FC236}">
                <a16:creationId xmlns:a16="http://schemas.microsoft.com/office/drawing/2014/main" id="{75DEB1DD-93EA-416D-A111-AC8BFB23BCD7}"/>
              </a:ext>
            </a:extLst>
          </p:cNvPr>
          <p:cNvSpPr>
            <a:spLocks xmlns:a="http://schemas.openxmlformats.org/drawingml/2006/main" noGrp="1"/>
          </p:cNvSpPr>
          <p:nvPr/>
        </p:nvSpPr>
        <p:spPr>
          <a:xfrm xmlns:a="http://schemas.openxmlformats.org/drawingml/2006/main">
            <a:off x="571500" y="514350"/>
            <a:ext cx="495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1">
                <a:solidFill>
                  <a:srgbClr val="1679B4"/>
                </a:solidFill>
                <a:latin typeface="Malgun Gothic"/>
                <a:ea typeface="Malgun Gothic"/>
                <a:cs typeface="Malgun Gothic"/>
              </a:defRPr>
            </a:pPr>
            <a:r>
              <a:rPr sz="1200" b="1">
                <a:solidFill>
                  <a:srgbClr val="1679B4"/>
                </a:solidFill>
                <a:latin typeface="Malgun Gothic"/>
                <a:ea typeface="Malgun Gothic"/>
                <a:cs typeface="Malgun Gothic"/>
              </a:rPr>
              <a:t>TYCHE  |  FINAL PRESENTATION</a:t>
            </a:r>
          </a:p>
        </p:txBody>
      </p:sp>
      <p:sp>
        <p:nvSpPr>
          <p:cNvPr id="3" name="cover-title">
            <a:extLst xmlns:a="http://schemas.openxmlformats.org/drawingml/2006/main">
              <a:ext uri="{FF2B5EF4-FFF2-40B4-BE49-F238E27FC236}">
                <a16:creationId xmlns:a16="http://schemas.microsoft.com/office/drawing/2014/main" id="{8371980B-752B-491E-881E-20C6A8B4B622}"/>
              </a:ext>
            </a:extLst>
          </p:cNvPr>
          <p:cNvSpPr>
            <a:spLocks xmlns:a="http://schemas.openxmlformats.org/drawingml/2006/main" noGrp="1"/>
          </p:cNvSpPr>
          <p:nvPr/>
        </p:nvSpPr>
        <p:spPr>
          <a:xfrm xmlns:a="http://schemas.openxmlformats.org/drawingml/2006/main">
            <a:off x="571500" y="1476375"/>
            <a:ext cx="51435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0000"/>
              </a:lnSpc>
              <a:buNone/>
              <a:defRPr sz="4800" b="1">
                <a:solidFill>
                  <a:srgbClr val="102531"/>
                </a:solidFill>
                <a:latin typeface="Malgun Gothic"/>
                <a:ea typeface="Malgun Gothic"/>
                <a:cs typeface="Malgun Gothic"/>
              </a:defRPr>
            </a:pPr>
            <a:r>
              <a:rPr sz="4800" b="1">
                <a:solidFill>
                  <a:srgbClr val="102531"/>
                </a:solidFill>
                <a:latin typeface="Malgun Gothic"/>
                <a:ea typeface="Malgun Gothic"/>
                <a:cs typeface="Malgun Gothic"/>
              </a:rPr>
              <a:t>화학물질 안전훈련</a:t>
            </a:r>
          </a:p>
          <a:p xmlns:a="http://schemas.openxmlformats.org/drawingml/2006/main">
            <a:pPr algn="l">
              <a:lnSpc>
                <a:spcPct val="90000"/>
              </a:lnSpc>
              <a:buNone/>
              <a:defRPr sz="4800" b="1">
                <a:solidFill>
                  <a:srgbClr val="102531"/>
                </a:solidFill>
                <a:latin typeface="Malgun Gothic"/>
                <a:ea typeface="Malgun Gothic"/>
                <a:cs typeface="Malgun Gothic"/>
              </a:defRPr>
            </a:pPr>
            <a:r>
              <a:rPr sz="4800" b="1">
                <a:solidFill>
                  <a:srgbClr val="102531"/>
                </a:solidFill>
                <a:latin typeface="Malgun Gothic"/>
                <a:ea typeface="Malgun Gothic"/>
                <a:cs typeface="Malgun Gothic"/>
              </a:rPr>
              <a:t>VR</a:t>
            </a:r>
          </a:p>
        </p:txBody>
      </p:sp>
      <p:sp>
        <p:nvSpPr>
          <p:cNvPr id="4" name="cover-subtitle">
            <a:extLst xmlns:a="http://schemas.openxmlformats.org/drawingml/2006/main">
              <a:ext uri="{FF2B5EF4-FFF2-40B4-BE49-F238E27FC236}">
                <a16:creationId xmlns:a16="http://schemas.microsoft.com/office/drawing/2014/main" id="{6E025BCB-D173-4E7D-ADD2-F69584F0DCA4}"/>
              </a:ext>
            </a:extLst>
          </p:cNvPr>
          <p:cNvSpPr>
            <a:spLocks xmlns:a="http://schemas.openxmlformats.org/drawingml/2006/main" noGrp="1"/>
          </p:cNvSpPr>
          <p:nvPr/>
        </p:nvSpPr>
        <p:spPr>
          <a:xfrm xmlns:a="http://schemas.openxmlformats.org/drawingml/2006/main">
            <a:off x="571500" y="3619500"/>
            <a:ext cx="5000625"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2025" b="0">
                <a:solidFill>
                  <a:srgbClr val="546874"/>
                </a:solidFill>
                <a:latin typeface="Malgun Gothic"/>
                <a:ea typeface="Malgun Gothic"/>
                <a:cs typeface="Malgun Gothic"/>
              </a:defRPr>
            </a:pPr>
            <a:r>
              <a:rPr sz="2025" b="0">
                <a:solidFill>
                  <a:srgbClr val="546874"/>
                </a:solidFill>
                <a:latin typeface="Malgun Gothic"/>
                <a:ea typeface="Malgun Gothic"/>
                <a:cs typeface="Malgun Gothic"/>
              </a:rPr>
              <a:t>위험한 작업을 안전하게 반복하고,</a:t>
            </a:r>
          </a:p>
          <a:p xmlns:a="http://schemas.openxmlformats.org/drawingml/2006/main">
            <a:pPr algn="l">
              <a:buNone/>
              <a:defRPr sz="2025" b="0">
                <a:solidFill>
                  <a:srgbClr val="546874"/>
                </a:solidFill>
                <a:latin typeface="Malgun Gothic"/>
                <a:ea typeface="Malgun Gothic"/>
                <a:cs typeface="Malgun Gothic"/>
              </a:defRPr>
            </a:pPr>
            <a:r>
              <a:rPr sz="2025" b="0">
                <a:solidFill>
                  <a:srgbClr val="546874"/>
                </a:solidFill>
                <a:latin typeface="Malgun Gothic"/>
                <a:ea typeface="Malgun Gothic"/>
                <a:cs typeface="Malgun Gothic"/>
              </a:rPr>
              <a:t>수행을 데이터로 남기다</a:t>
            </a:r>
          </a:p>
        </p:txBody>
      </p:sp>
      <p:sp>
        <p:nvSpPr>
          <p:cNvPr id="5" name="">
            <a:extLst xmlns:a="http://schemas.openxmlformats.org/drawingml/2006/main">
              <a:ext uri="{FF2B5EF4-FFF2-40B4-BE49-F238E27FC236}">
                <a16:creationId xmlns:a16="http://schemas.microsoft.com/office/drawing/2014/main" id="{975D19FA-9FF7-4EC6-90FC-6EB40F007A02}"/>
              </a:ext>
            </a:extLst>
          </p:cNvPr>
          <p:cNvSpPr>
            <a:spLocks xmlns:a="http://schemas.openxmlformats.org/drawingml/2006/main" noGrp="1"/>
          </p:cNvSpPr>
          <p:nvPr/>
        </p:nvSpPr>
        <p:spPr>
          <a:xfrm xmlns:a="http://schemas.openxmlformats.org/drawingml/2006/main">
            <a:off x="571500" y="4981575"/>
            <a:ext cx="1143000" cy="47625"/>
          </a:xfrm>
          <a:prstGeom xmlns:a="http://schemas.openxmlformats.org/drawingml/2006/main" prst="rect">
            <a:avLst/>
          </a:prstGeom>
          <a:solidFill xmlns:a="http://schemas.openxmlformats.org/drawingml/2006/main">
            <a:srgbClr val="F4C243"/>
          </a:solidFill>
          <a:ln xmlns:a="http://schemas.openxmlformats.org/drawingml/2006/main" w="0">
            <a:noFill/>
            <a:prstDash val="solid"/>
          </a:ln>
        </p:spPr>
      </p:sp>
      <p:sp>
        <p:nvSpPr>
          <p:cNvPr id="6" name="cover-modes">
            <a:extLst xmlns:a="http://schemas.openxmlformats.org/drawingml/2006/main">
              <a:ext uri="{FF2B5EF4-FFF2-40B4-BE49-F238E27FC236}">
                <a16:creationId xmlns:a16="http://schemas.microsoft.com/office/drawing/2014/main" id="{D3AD4B04-D2A1-49DF-9C85-C25E56AAD13B}"/>
              </a:ext>
            </a:extLst>
          </p:cNvPr>
          <p:cNvSpPr>
            <a:spLocks xmlns:a="http://schemas.openxmlformats.org/drawingml/2006/main" noGrp="1"/>
          </p:cNvSpPr>
          <p:nvPr/>
        </p:nvSpPr>
        <p:spPr>
          <a:xfrm xmlns:a="http://schemas.openxmlformats.org/drawingml/2006/main">
            <a:off x="571500" y="5191125"/>
            <a:ext cx="3905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350" b="1">
                <a:solidFill>
                  <a:srgbClr val="00A88A"/>
                </a:solidFill>
                <a:latin typeface="Malgun Gothic"/>
                <a:ea typeface="Malgun Gothic"/>
                <a:cs typeface="Malgun Gothic"/>
              </a:defRPr>
            </a:pPr>
            <a:r>
              <a:rPr sz="1350" b="1">
                <a:solidFill>
                  <a:srgbClr val="00A88A"/>
                </a:solidFill>
                <a:latin typeface="Malgun Gothic"/>
                <a:ea typeface="Malgun Gothic"/>
                <a:cs typeface="Malgun Gothic"/>
              </a:rPr>
              <a:t>TRAIN  ·  PRACTICE  ·  TEST</a:t>
            </a:r>
          </a:p>
        </p:txBody>
      </p:sp>
      <p:sp>
        <p:nvSpPr>
          <p:cNvPr id="7" name="">
            <a:extLst xmlns:a="http://schemas.openxmlformats.org/drawingml/2006/main">
              <a:ext uri="{FF2B5EF4-FFF2-40B4-BE49-F238E27FC236}">
                <a16:creationId xmlns:a16="http://schemas.microsoft.com/office/drawing/2014/main" id="{DE7221B8-B47C-4F49-8AB7-4F05FD71289A}"/>
              </a:ext>
            </a:extLst>
          </p:cNvPr>
          <p:cNvSpPr>
            <a:spLocks xmlns:a="http://schemas.openxmlformats.org/drawingml/2006/main" noGrp="1"/>
          </p:cNvSpPr>
          <p:nvPr/>
        </p:nvSpPr>
        <p:spPr>
          <a:xfrm xmlns:a="http://schemas.openxmlformats.org/drawingml/2006/main">
            <a:off x="6172200" y="476250"/>
            <a:ext cx="5467350" cy="5619750"/>
          </a:xfrm>
          <a:prstGeom xmlns:a="http://schemas.openxmlformats.org/drawingml/2006/main" prst="roundRect">
            <a:avLst>
              <a:gd name="adj" fmla="val 3136"/>
            </a:avLst>
          </a:prstGeom>
          <a:solidFill xmlns:a="http://schemas.openxmlformats.org/drawingml/2006/main">
            <a:srgbClr val="FFFFFF"/>
          </a:solidFill>
          <a:ln xmlns:a="http://schemas.openxmlformats.org/drawingml/2006/main" w="9525">
            <a:solidFill>
              <a:srgbClr val="B7C9D3"/>
            </a:solidFill>
            <a:prstDash val="solid"/>
          </a:ln>
        </p:spPr>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4f012bc8da9f4712"/>
          <a:srcRect xmlns:a="http://schemas.openxmlformats.org/drawingml/2006/main" l="0" t="8863" r="0" b="8863"/>
          <a:stretch xmlns:a="http://schemas.openxmlformats.org/drawingml/2006/main">
            <a:fillRect l="0" t="0" r="0" b="0"/>
          </a:stretch>
        </p:blipFill>
        <p:spPr>
          <a:xfrm xmlns:a="http://schemas.openxmlformats.org/drawingml/2006/main">
            <a:off x="6191250" y="495300"/>
            <a:ext cx="5429250" cy="5581650"/>
          </a:xfrm>
          <a:prstGeom xmlns:a="http://schemas.openxmlformats.org/drawingml/2006/main" prst="roundRect">
            <a:avLst>
              <a:gd name="adj" fmla="val 2807"/>
            </a:avLst>
          </a:prstGeom>
        </p:spPr>
      </p:pic>
      <p:sp>
        <p:nvSpPr>
          <p:cNvPr id="9" name="cover-page">
            <a:extLst xmlns:a="http://schemas.openxmlformats.org/drawingml/2006/main">
              <a:ext uri="{FF2B5EF4-FFF2-40B4-BE49-F238E27FC236}">
                <a16:creationId xmlns:a16="http://schemas.microsoft.com/office/drawing/2014/main" id="{6FD85039-39CC-4714-A561-73696DAFA0ED}"/>
              </a:ext>
            </a:extLst>
          </p:cNvPr>
          <p:cNvSpPr>
            <a:spLocks xmlns:a="http://schemas.openxmlformats.org/drawingml/2006/main" noGrp="1"/>
          </p:cNvSpPr>
          <p:nvPr/>
        </p:nvSpPr>
        <p:spPr>
          <a:xfrm xmlns:a="http://schemas.openxmlformats.org/drawingml/2006/main">
            <a:off x="11049000" y="645795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buNone/>
              <a:defRPr sz="975" b="1">
                <a:solidFill>
                  <a:srgbClr val="546874"/>
                </a:solidFill>
                <a:latin typeface="Malgun Gothic"/>
                <a:ea typeface="Malgun Gothic"/>
                <a:cs typeface="Malgun Gothic"/>
              </a:defRPr>
            </a:pPr>
            <a:r>
              <a:rPr sz="975" b="1">
                <a:solidFill>
                  <a:srgbClr val="546874"/>
                </a:solidFill>
                <a:latin typeface="Malgun Gothic"/>
                <a:ea typeface="Malgun Gothic"/>
                <a:cs typeface="Malgun Gothic"/>
              </a:rPr>
              <a:t>01</a:t>
            </a:r>
          </a:p>
        </p:txBody>
      </p:sp>
    </p:spTree>
    <p:extLst>
      <p:ext uri="{BB962C8B-B14F-4D97-AF65-F5344CB8AC3E}">
        <p14:creationId xmlns:p14="http://schemas.microsoft.com/office/powerpoint/2010/main" val="701168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experience-title">
            <a:extLst xmlns:a="http://schemas.openxmlformats.org/drawingml/2006/main">
              <a:ext uri="{FF2B5EF4-FFF2-40B4-BE49-F238E27FC236}">
                <a16:creationId xmlns:a16="http://schemas.microsoft.com/office/drawing/2014/main" id="{517A5C09-0AA5-40DC-9288-FBA6B4AD126B}"/>
              </a:ext>
            </a:extLst>
          </p:cNvPr>
          <p:cNvSpPr>
            <a:spLocks xmlns:a="http://schemas.openxmlformats.org/drawingml/2006/main" noGrp="1"/>
          </p:cNvSpPr>
          <p:nvPr/>
        </p:nvSpPr>
        <p:spPr>
          <a:xfrm xmlns:a="http://schemas.openxmlformats.org/drawingml/2006/main">
            <a:off x="571500" y="438150"/>
            <a:ext cx="11049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3225" b="1">
                <a:solidFill>
                  <a:srgbClr val="102531"/>
                </a:solidFill>
                <a:latin typeface="Malgun Gothic"/>
                <a:ea typeface="Malgun Gothic"/>
                <a:cs typeface="Malgun Gothic"/>
              </a:defRPr>
            </a:pPr>
            <a:r>
              <a:rPr sz="3225" b="1">
                <a:solidFill>
                  <a:srgbClr val="102531"/>
                </a:solidFill>
                <a:latin typeface="Malgun Gothic"/>
                <a:ea typeface="Malgun Gothic"/>
                <a:cs typeface="Malgun Gothic"/>
              </a:rPr>
              <a:t>교육·훈련·평가를 하나의 VR 공간에서 완성한다</a:t>
            </a:r>
          </a:p>
        </p:txBody>
      </p:sp>
      <p:sp>
        <p:nvSpPr>
          <p:cNvPr id="2" name="experience-subtitle">
            <a:extLst xmlns:a="http://schemas.openxmlformats.org/drawingml/2006/main">
              <a:ext uri="{FF2B5EF4-FFF2-40B4-BE49-F238E27FC236}">
                <a16:creationId xmlns:a16="http://schemas.microsoft.com/office/drawing/2014/main" id="{9F2817A0-3A97-4AE0-A2C5-A19742311BB2}"/>
              </a:ext>
            </a:extLst>
          </p:cNvPr>
          <p:cNvSpPr>
            <a:spLocks xmlns:a="http://schemas.openxmlformats.org/drawingml/2006/main" noGrp="1"/>
          </p:cNvSpPr>
          <p:nvPr/>
        </p:nvSpPr>
        <p:spPr>
          <a:xfrm xmlns:a="http://schemas.openxmlformats.org/drawingml/2006/main">
            <a:off x="571500" y="1066800"/>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500" b="1">
                <a:solidFill>
                  <a:srgbClr val="00A88A"/>
                </a:solidFill>
                <a:latin typeface="Malgun Gothic"/>
                <a:ea typeface="Malgun Gothic"/>
                <a:cs typeface="Malgun Gothic"/>
              </a:defRPr>
            </a:pPr>
            <a:r>
              <a:rPr sz="1500" b="1">
                <a:solidFill>
                  <a:srgbClr val="00A88A"/>
                </a:solidFill>
                <a:latin typeface="Malgun Gothic"/>
                <a:ea typeface="Malgun Gothic"/>
                <a:cs typeface="Malgun Gothic"/>
              </a:rPr>
              <a:t>작업계획 2종 × 학습모드 3종, 총 6개 수행 조합</a:t>
            </a:r>
          </a:p>
        </p:txBody>
      </p:sp>
      <p:sp>
        <p:nvSpPr>
          <p:cNvPr id="3" name="">
            <a:extLst xmlns:a="http://schemas.openxmlformats.org/drawingml/2006/main">
              <a:ext uri="{FF2B5EF4-FFF2-40B4-BE49-F238E27FC236}">
                <a16:creationId xmlns:a16="http://schemas.microsoft.com/office/drawing/2014/main" id="{6A2D1C8A-37D1-49C6-B55D-FA685C7DF2B1}"/>
              </a:ext>
            </a:extLst>
          </p:cNvPr>
          <p:cNvSpPr>
            <a:spLocks xmlns:a="http://schemas.openxmlformats.org/drawingml/2006/main" noGrp="1"/>
          </p:cNvSpPr>
          <p:nvPr/>
        </p:nvSpPr>
        <p:spPr>
          <a:xfrm xmlns:a="http://schemas.openxmlformats.org/drawingml/2006/main">
            <a:off x="552450" y="1543050"/>
            <a:ext cx="3562350" cy="2657475"/>
          </a:xfrm>
          <a:prstGeom xmlns:a="http://schemas.openxmlformats.org/drawingml/2006/main" prst="roundRect">
            <a:avLst>
              <a:gd name="adj" fmla="val 6452"/>
            </a:avLst>
          </a:prstGeom>
          <a:solidFill xmlns:a="http://schemas.openxmlformats.org/drawingml/2006/main">
            <a:srgbClr val="FFFFFF"/>
          </a:solidFill>
          <a:ln xmlns:a="http://schemas.openxmlformats.org/drawingml/2006/main" w="9525">
            <a:solidFill>
              <a:srgbClr val="B7C9D3"/>
            </a:solidFill>
            <a:prstDash val="solid"/>
          </a:ln>
        </p:spPr>
      </p:sp>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a6c395159fb54904"/>
          <a:srcRect xmlns:a="http://schemas.openxmlformats.org/drawingml/2006/main" l="12159" t="0" r="12159" b="0"/>
          <a:stretch xmlns:a="http://schemas.openxmlformats.org/drawingml/2006/main">
            <a:fillRect l="0" t="0" r="0" b="0"/>
          </a:stretch>
        </p:blipFill>
        <p:spPr>
          <a:xfrm xmlns:a="http://schemas.openxmlformats.org/drawingml/2006/main">
            <a:off x="571500" y="1562100"/>
            <a:ext cx="3524250" cy="2619375"/>
          </a:xfrm>
          <a:prstGeom xmlns:a="http://schemas.openxmlformats.org/drawingml/2006/main" prst="roundRect">
            <a:avLst>
              <a:gd name="adj" fmla="val 5818"/>
            </a:avLst>
          </a:prstGeom>
        </p:spPr>
      </p:pic>
      <p:sp>
        <p:nvSpPr>
          <p:cNvPr id="5" name="">
            <a:extLst xmlns:a="http://schemas.openxmlformats.org/drawingml/2006/main">
              <a:ext uri="{FF2B5EF4-FFF2-40B4-BE49-F238E27FC236}">
                <a16:creationId xmlns:a16="http://schemas.microsoft.com/office/drawing/2014/main" id="{8C07F6C1-A0AF-464A-85E0-8F1FD25E15EE}"/>
              </a:ext>
            </a:extLst>
          </p:cNvPr>
          <p:cNvSpPr>
            <a:spLocks xmlns:a="http://schemas.openxmlformats.org/drawingml/2006/main" noGrp="1"/>
          </p:cNvSpPr>
          <p:nvPr/>
        </p:nvSpPr>
        <p:spPr>
          <a:xfrm xmlns:a="http://schemas.openxmlformats.org/drawingml/2006/main">
            <a:off x="4314825" y="1543050"/>
            <a:ext cx="3562350" cy="2657475"/>
          </a:xfrm>
          <a:prstGeom xmlns:a="http://schemas.openxmlformats.org/drawingml/2006/main" prst="roundRect">
            <a:avLst>
              <a:gd name="adj" fmla="val 6452"/>
            </a:avLst>
          </a:prstGeom>
          <a:solidFill xmlns:a="http://schemas.openxmlformats.org/drawingml/2006/main">
            <a:srgbClr val="FFFFFF"/>
          </a:solidFill>
          <a:ln xmlns:a="http://schemas.openxmlformats.org/drawingml/2006/main" w="9525">
            <a:solidFill>
              <a:srgbClr val="B7C9D3"/>
            </a:solidFill>
            <a:prstDash val="solid"/>
          </a:ln>
        </p:spPr>
      </p:sp>
      <p:pic>
        <p:nvPicPr>
          <p:cNvPr id="32" name=""/>
          <p:cNvPicPr>
            <a:picLocks xmlns:a="http://schemas.openxmlformats.org/drawingml/2006/main" noChangeAspect="1"/>
          </p:cNvPicPr>
          <p:nvPr/>
        </p:nvPicPr>
        <p:blipFill>
          <a:blip xmlns:r="http://schemas.openxmlformats.org/officeDocument/2006/relationships" xmlns:a="http://schemas.openxmlformats.org/drawingml/2006/main" r:embed="Ra6cd97889d384e1a"/>
          <a:srcRect xmlns:a="http://schemas.openxmlformats.org/drawingml/2006/main" l="12159" t="0" r="12159" b="0"/>
          <a:stretch xmlns:a="http://schemas.openxmlformats.org/drawingml/2006/main">
            <a:fillRect l="0" t="0" r="0" b="0"/>
          </a:stretch>
        </p:blipFill>
        <p:spPr>
          <a:xfrm xmlns:a="http://schemas.openxmlformats.org/drawingml/2006/main">
            <a:off x="4333875" y="1562100"/>
            <a:ext cx="3524250" cy="2619375"/>
          </a:xfrm>
          <a:prstGeom xmlns:a="http://schemas.openxmlformats.org/drawingml/2006/main" prst="roundRect">
            <a:avLst>
              <a:gd name="adj" fmla="val 5818"/>
            </a:avLst>
          </a:prstGeom>
        </p:spPr>
      </p:pic>
      <p:sp>
        <p:nvSpPr>
          <p:cNvPr id="7" name="">
            <a:extLst xmlns:a="http://schemas.openxmlformats.org/drawingml/2006/main">
              <a:ext uri="{FF2B5EF4-FFF2-40B4-BE49-F238E27FC236}">
                <a16:creationId xmlns:a16="http://schemas.microsoft.com/office/drawing/2014/main" id="{C6DCE6DB-4095-453F-B419-6A6D0C4355B3}"/>
              </a:ext>
            </a:extLst>
          </p:cNvPr>
          <p:cNvSpPr>
            <a:spLocks xmlns:a="http://schemas.openxmlformats.org/drawingml/2006/main" noGrp="1"/>
          </p:cNvSpPr>
          <p:nvPr/>
        </p:nvSpPr>
        <p:spPr>
          <a:xfrm xmlns:a="http://schemas.openxmlformats.org/drawingml/2006/main">
            <a:off x="8077200" y="1543050"/>
            <a:ext cx="3562350" cy="2657475"/>
          </a:xfrm>
          <a:prstGeom xmlns:a="http://schemas.openxmlformats.org/drawingml/2006/main" prst="roundRect">
            <a:avLst>
              <a:gd name="adj" fmla="val 6452"/>
            </a:avLst>
          </a:prstGeom>
          <a:solidFill xmlns:a="http://schemas.openxmlformats.org/drawingml/2006/main">
            <a:srgbClr val="FFFFFF"/>
          </a:solidFill>
          <a:ln xmlns:a="http://schemas.openxmlformats.org/drawingml/2006/main" w="9525">
            <a:solidFill>
              <a:srgbClr val="B7C9D3"/>
            </a:solidFill>
            <a:prstDash val="solid"/>
          </a:ln>
        </p:spPr>
      </p:sp>
      <p:pic>
        <p:nvPicPr>
          <p:cNvPr id="34" name=""/>
          <p:cNvPicPr>
            <a:picLocks xmlns:a="http://schemas.openxmlformats.org/drawingml/2006/main" noChangeAspect="1"/>
          </p:cNvPicPr>
          <p:nvPr/>
        </p:nvPicPr>
        <p:blipFill>
          <a:blip xmlns:r="http://schemas.openxmlformats.org/officeDocument/2006/relationships" xmlns:a="http://schemas.openxmlformats.org/drawingml/2006/main" r:embed="R23665a0b855f4811"/>
          <a:srcRect xmlns:a="http://schemas.openxmlformats.org/drawingml/2006/main" l="12159" t="0" r="12159" b="0"/>
          <a:stretch xmlns:a="http://schemas.openxmlformats.org/drawingml/2006/main">
            <a:fillRect l="0" t="0" r="0" b="0"/>
          </a:stretch>
        </p:blipFill>
        <p:spPr>
          <a:xfrm xmlns:a="http://schemas.openxmlformats.org/drawingml/2006/main">
            <a:off x="8096250" y="1562100"/>
            <a:ext cx="3524250" cy="2619375"/>
          </a:xfrm>
          <a:prstGeom xmlns:a="http://schemas.openxmlformats.org/drawingml/2006/main" prst="roundRect">
            <a:avLst>
              <a:gd name="adj" fmla="val 5818"/>
            </a:avLst>
          </a:prstGeom>
        </p:spPr>
      </p:pic>
      <p:sp>
        <p:nvSpPr>
          <p:cNvPr id="9" name="stage-01">
            <a:extLst xmlns:a="http://schemas.openxmlformats.org/drawingml/2006/main">
              <a:ext uri="{FF2B5EF4-FFF2-40B4-BE49-F238E27FC236}">
                <a16:creationId xmlns:a16="http://schemas.microsoft.com/office/drawing/2014/main" id="{F479847E-55D2-46A1-A6BB-687534286AE9}"/>
              </a:ext>
            </a:extLst>
          </p:cNvPr>
          <p:cNvSpPr>
            <a:spLocks xmlns:a="http://schemas.openxmlformats.org/drawingml/2006/main" noGrp="1"/>
          </p:cNvSpPr>
          <p:nvPr/>
        </p:nvSpPr>
        <p:spPr>
          <a:xfrm xmlns:a="http://schemas.openxmlformats.org/drawingml/2006/main">
            <a:off x="571500" y="4591050"/>
            <a:ext cx="5238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425" b="1">
                <a:solidFill>
                  <a:srgbClr val="1679B4"/>
                </a:solidFill>
                <a:latin typeface="Malgun Gothic"/>
                <a:ea typeface="Malgun Gothic"/>
                <a:cs typeface="Malgun Gothic"/>
              </a:defRPr>
            </a:pPr>
            <a:r>
              <a:rPr sz="1425" b="1">
                <a:solidFill>
                  <a:srgbClr val="1679B4"/>
                </a:solidFill>
                <a:latin typeface="Malgun Gothic"/>
                <a:ea typeface="Malgun Gothic"/>
                <a:cs typeface="Malgun Gothic"/>
              </a:rPr>
              <a:t>01</a:t>
            </a:r>
          </a:p>
        </p:txBody>
      </p:sp>
      <p:sp>
        <p:nvSpPr>
          <p:cNvPr id="10" name="stage-head-01">
            <a:extLst xmlns:a="http://schemas.openxmlformats.org/drawingml/2006/main">
              <a:ext uri="{FF2B5EF4-FFF2-40B4-BE49-F238E27FC236}">
                <a16:creationId xmlns:a16="http://schemas.microsoft.com/office/drawing/2014/main" id="{E1B013ED-50E5-42AC-9C70-3327C0F40EFF}"/>
              </a:ext>
            </a:extLst>
          </p:cNvPr>
          <p:cNvSpPr>
            <a:spLocks xmlns:a="http://schemas.openxmlformats.org/drawingml/2006/main" noGrp="1"/>
          </p:cNvSpPr>
          <p:nvPr/>
        </p:nvSpPr>
        <p:spPr>
          <a:xfrm xmlns:a="http://schemas.openxmlformats.org/drawingml/2006/main">
            <a:off x="1181100" y="4543425"/>
            <a:ext cx="12858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2100" b="1">
                <a:solidFill>
                  <a:srgbClr val="102531"/>
                </a:solidFill>
                <a:latin typeface="Malgun Gothic"/>
                <a:ea typeface="Malgun Gothic"/>
                <a:cs typeface="Malgun Gothic"/>
              </a:defRPr>
            </a:pPr>
            <a:r>
              <a:rPr sz="2100" b="1">
                <a:solidFill>
                  <a:srgbClr val="102531"/>
                </a:solidFill>
                <a:latin typeface="Malgun Gothic"/>
                <a:ea typeface="Malgun Gothic"/>
                <a:cs typeface="Malgun Gothic"/>
              </a:rPr>
              <a:t>판단</a:t>
            </a:r>
          </a:p>
        </p:txBody>
      </p:sp>
      <p:sp>
        <p:nvSpPr>
          <p:cNvPr id="11" name="">
            <a:extLst xmlns:a="http://schemas.openxmlformats.org/drawingml/2006/main">
              <a:ext uri="{FF2B5EF4-FFF2-40B4-BE49-F238E27FC236}">
                <a16:creationId xmlns:a16="http://schemas.microsoft.com/office/drawing/2014/main" id="{B0DB3D13-206A-4DC6-BD9D-E98262F8B4B0}"/>
              </a:ext>
            </a:extLst>
          </p:cNvPr>
          <p:cNvSpPr>
            <a:spLocks xmlns:a="http://schemas.openxmlformats.org/drawingml/2006/main" noGrp="1"/>
          </p:cNvSpPr>
          <p:nvPr/>
        </p:nvSpPr>
        <p:spPr>
          <a:xfrm xmlns:a="http://schemas.openxmlformats.org/drawingml/2006/main">
            <a:off x="571500" y="5057775"/>
            <a:ext cx="3524250" cy="19050"/>
          </a:xfrm>
          <a:prstGeom xmlns:a="http://schemas.openxmlformats.org/drawingml/2006/main" prst="rect">
            <a:avLst/>
          </a:prstGeom>
          <a:solidFill xmlns:a="http://schemas.openxmlformats.org/drawingml/2006/main">
            <a:srgbClr val="B7C9D3"/>
          </a:solidFill>
          <a:ln xmlns:a="http://schemas.openxmlformats.org/drawingml/2006/main" w="0">
            <a:noFill/>
            <a:prstDash val="solid"/>
          </a:ln>
        </p:spPr>
      </p:sp>
      <p:sp>
        <p:nvSpPr>
          <p:cNvPr id="12" name="stage-body-01">
            <a:extLst xmlns:a="http://schemas.openxmlformats.org/drawingml/2006/main">
              <a:ext uri="{FF2B5EF4-FFF2-40B4-BE49-F238E27FC236}">
                <a16:creationId xmlns:a16="http://schemas.microsoft.com/office/drawing/2014/main" id="{536476CF-4595-4923-A23A-EB9C00993DE8}"/>
              </a:ext>
            </a:extLst>
          </p:cNvPr>
          <p:cNvSpPr>
            <a:spLocks xmlns:a="http://schemas.openxmlformats.org/drawingml/2006/main" noGrp="1"/>
          </p:cNvSpPr>
          <p:nvPr/>
        </p:nvSpPr>
        <p:spPr>
          <a:xfrm xmlns:a="http://schemas.openxmlformats.org/drawingml/2006/main">
            <a:off x="571500" y="5219700"/>
            <a:ext cx="3524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500" b="0">
                <a:solidFill>
                  <a:srgbClr val="546874"/>
                </a:solidFill>
                <a:latin typeface="Malgun Gothic"/>
                <a:ea typeface="Malgun Gothic"/>
                <a:cs typeface="Malgun Gothic"/>
              </a:defRPr>
            </a:pPr>
            <a:r>
              <a:rPr sz="1500" b="0">
                <a:solidFill>
                  <a:srgbClr val="546874"/>
                </a:solidFill>
                <a:latin typeface="Malgun Gothic"/>
                <a:ea typeface="Malgun Gothic"/>
                <a:cs typeface="Malgun Gothic"/>
              </a:rPr>
              <a:t>밀폐공간·누출대응 작업계획을 선택한다</a:t>
            </a:r>
          </a:p>
        </p:txBody>
      </p:sp>
      <p:sp>
        <p:nvSpPr>
          <p:cNvPr id="13" name="stage-02">
            <a:extLst xmlns:a="http://schemas.openxmlformats.org/drawingml/2006/main">
              <a:ext uri="{FF2B5EF4-FFF2-40B4-BE49-F238E27FC236}">
                <a16:creationId xmlns:a16="http://schemas.microsoft.com/office/drawing/2014/main" id="{409A564B-10B3-48F8-85B8-F18580ED1B06}"/>
              </a:ext>
            </a:extLst>
          </p:cNvPr>
          <p:cNvSpPr>
            <a:spLocks xmlns:a="http://schemas.openxmlformats.org/drawingml/2006/main" noGrp="1"/>
          </p:cNvSpPr>
          <p:nvPr/>
        </p:nvSpPr>
        <p:spPr>
          <a:xfrm xmlns:a="http://schemas.openxmlformats.org/drawingml/2006/main">
            <a:off x="4333875" y="4591050"/>
            <a:ext cx="5238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425" b="1">
                <a:solidFill>
                  <a:srgbClr val="1679B4"/>
                </a:solidFill>
                <a:latin typeface="Malgun Gothic"/>
                <a:ea typeface="Malgun Gothic"/>
                <a:cs typeface="Malgun Gothic"/>
              </a:defRPr>
            </a:pPr>
            <a:r>
              <a:rPr sz="1425" b="1">
                <a:solidFill>
                  <a:srgbClr val="1679B4"/>
                </a:solidFill>
                <a:latin typeface="Malgun Gothic"/>
                <a:ea typeface="Malgun Gothic"/>
                <a:cs typeface="Malgun Gothic"/>
              </a:rPr>
              <a:t>02</a:t>
            </a:r>
          </a:p>
        </p:txBody>
      </p:sp>
      <p:sp>
        <p:nvSpPr>
          <p:cNvPr id="14" name="stage-head-02">
            <a:extLst xmlns:a="http://schemas.openxmlformats.org/drawingml/2006/main">
              <a:ext uri="{FF2B5EF4-FFF2-40B4-BE49-F238E27FC236}">
                <a16:creationId xmlns:a16="http://schemas.microsoft.com/office/drawing/2014/main" id="{2C126EE8-7186-4DA5-B7F6-A53E6E2B2AF9}"/>
              </a:ext>
            </a:extLst>
          </p:cNvPr>
          <p:cNvSpPr>
            <a:spLocks xmlns:a="http://schemas.openxmlformats.org/drawingml/2006/main" noGrp="1"/>
          </p:cNvSpPr>
          <p:nvPr/>
        </p:nvSpPr>
        <p:spPr>
          <a:xfrm xmlns:a="http://schemas.openxmlformats.org/drawingml/2006/main">
            <a:off x="4943475" y="4543425"/>
            <a:ext cx="12858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2100" b="1">
                <a:solidFill>
                  <a:srgbClr val="102531"/>
                </a:solidFill>
                <a:latin typeface="Malgun Gothic"/>
                <a:ea typeface="Malgun Gothic"/>
                <a:cs typeface="Malgun Gothic"/>
              </a:defRPr>
            </a:pPr>
            <a:r>
              <a:rPr sz="2100" b="1">
                <a:solidFill>
                  <a:srgbClr val="102531"/>
                </a:solidFill>
                <a:latin typeface="Malgun Gothic"/>
                <a:ea typeface="Malgun Gothic"/>
                <a:cs typeface="Malgun Gothic"/>
              </a:rPr>
              <a:t>행동</a:t>
            </a:r>
          </a:p>
        </p:txBody>
      </p:sp>
      <p:sp>
        <p:nvSpPr>
          <p:cNvPr id="15" name="">
            <a:extLst xmlns:a="http://schemas.openxmlformats.org/drawingml/2006/main">
              <a:ext uri="{FF2B5EF4-FFF2-40B4-BE49-F238E27FC236}">
                <a16:creationId xmlns:a16="http://schemas.microsoft.com/office/drawing/2014/main" id="{FF0EA7C8-F14D-4E96-8C1C-3307FF3D6A5E}"/>
              </a:ext>
            </a:extLst>
          </p:cNvPr>
          <p:cNvSpPr>
            <a:spLocks xmlns:a="http://schemas.openxmlformats.org/drawingml/2006/main" noGrp="1"/>
          </p:cNvSpPr>
          <p:nvPr/>
        </p:nvSpPr>
        <p:spPr>
          <a:xfrm xmlns:a="http://schemas.openxmlformats.org/drawingml/2006/main">
            <a:off x="4333875" y="5057775"/>
            <a:ext cx="3524250" cy="19050"/>
          </a:xfrm>
          <a:prstGeom xmlns:a="http://schemas.openxmlformats.org/drawingml/2006/main" prst="rect">
            <a:avLst/>
          </a:prstGeom>
          <a:solidFill xmlns:a="http://schemas.openxmlformats.org/drawingml/2006/main">
            <a:srgbClr val="B7C9D3"/>
          </a:solidFill>
          <a:ln xmlns:a="http://schemas.openxmlformats.org/drawingml/2006/main" w="0">
            <a:noFill/>
            <a:prstDash val="solid"/>
          </a:ln>
        </p:spPr>
      </p:sp>
      <p:sp>
        <p:nvSpPr>
          <p:cNvPr id="16" name="stage-body-02">
            <a:extLst xmlns:a="http://schemas.openxmlformats.org/drawingml/2006/main">
              <a:ext uri="{FF2B5EF4-FFF2-40B4-BE49-F238E27FC236}">
                <a16:creationId xmlns:a16="http://schemas.microsoft.com/office/drawing/2014/main" id="{46251163-B903-4518-9DE3-330E5B87F0F2}"/>
              </a:ext>
            </a:extLst>
          </p:cNvPr>
          <p:cNvSpPr>
            <a:spLocks xmlns:a="http://schemas.openxmlformats.org/drawingml/2006/main" noGrp="1"/>
          </p:cNvSpPr>
          <p:nvPr/>
        </p:nvSpPr>
        <p:spPr>
          <a:xfrm xmlns:a="http://schemas.openxmlformats.org/drawingml/2006/main">
            <a:off x="4333875" y="5219700"/>
            <a:ext cx="3524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500" b="0">
                <a:solidFill>
                  <a:srgbClr val="546874"/>
                </a:solidFill>
                <a:latin typeface="Malgun Gothic"/>
                <a:ea typeface="Malgun Gothic"/>
                <a:cs typeface="Malgun Gothic"/>
              </a:defRPr>
            </a:pPr>
            <a:r>
              <a:rPr sz="1500" b="0">
                <a:solidFill>
                  <a:srgbClr val="546874"/>
                </a:solidFill>
                <a:latin typeface="Malgun Gothic"/>
                <a:ea typeface="Malgun Gothic"/>
                <a:cs typeface="Malgun Gothic"/>
              </a:rPr>
              <a:t>PPE를 검사하고 직접 잡아 착용한다</a:t>
            </a:r>
          </a:p>
        </p:txBody>
      </p:sp>
      <p:sp>
        <p:nvSpPr>
          <p:cNvPr id="17" name="stage-03">
            <a:extLst xmlns:a="http://schemas.openxmlformats.org/drawingml/2006/main">
              <a:ext uri="{FF2B5EF4-FFF2-40B4-BE49-F238E27FC236}">
                <a16:creationId xmlns:a16="http://schemas.microsoft.com/office/drawing/2014/main" id="{3FEF9950-E530-4FE4-85D0-48A6DED4FC60}"/>
              </a:ext>
            </a:extLst>
          </p:cNvPr>
          <p:cNvSpPr>
            <a:spLocks xmlns:a="http://schemas.openxmlformats.org/drawingml/2006/main" noGrp="1"/>
          </p:cNvSpPr>
          <p:nvPr/>
        </p:nvSpPr>
        <p:spPr>
          <a:xfrm xmlns:a="http://schemas.openxmlformats.org/drawingml/2006/main">
            <a:off x="8096250" y="4591050"/>
            <a:ext cx="5238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425" b="1">
                <a:solidFill>
                  <a:srgbClr val="1679B4"/>
                </a:solidFill>
                <a:latin typeface="Malgun Gothic"/>
                <a:ea typeface="Malgun Gothic"/>
                <a:cs typeface="Malgun Gothic"/>
              </a:defRPr>
            </a:pPr>
            <a:r>
              <a:rPr sz="1425" b="1">
                <a:solidFill>
                  <a:srgbClr val="1679B4"/>
                </a:solidFill>
                <a:latin typeface="Malgun Gothic"/>
                <a:ea typeface="Malgun Gothic"/>
                <a:cs typeface="Malgun Gothic"/>
              </a:rPr>
              <a:t>03</a:t>
            </a:r>
          </a:p>
        </p:txBody>
      </p:sp>
      <p:sp>
        <p:nvSpPr>
          <p:cNvPr id="18" name="stage-head-03">
            <a:extLst xmlns:a="http://schemas.openxmlformats.org/drawingml/2006/main">
              <a:ext uri="{FF2B5EF4-FFF2-40B4-BE49-F238E27FC236}">
                <a16:creationId xmlns:a16="http://schemas.microsoft.com/office/drawing/2014/main" id="{DB1E7A96-9C1F-4499-85BC-BCCBBD5BE139}"/>
              </a:ext>
            </a:extLst>
          </p:cNvPr>
          <p:cNvSpPr>
            <a:spLocks xmlns:a="http://schemas.openxmlformats.org/drawingml/2006/main" noGrp="1"/>
          </p:cNvSpPr>
          <p:nvPr/>
        </p:nvSpPr>
        <p:spPr>
          <a:xfrm xmlns:a="http://schemas.openxmlformats.org/drawingml/2006/main">
            <a:off x="8705850" y="4543425"/>
            <a:ext cx="12858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2100" b="1">
                <a:solidFill>
                  <a:srgbClr val="102531"/>
                </a:solidFill>
                <a:latin typeface="Malgun Gothic"/>
                <a:ea typeface="Malgun Gothic"/>
                <a:cs typeface="Malgun Gothic"/>
              </a:defRPr>
            </a:pPr>
            <a:r>
              <a:rPr sz="2100" b="1">
                <a:solidFill>
                  <a:srgbClr val="102531"/>
                </a:solidFill>
                <a:latin typeface="Malgun Gothic"/>
                <a:ea typeface="Malgun Gothic"/>
                <a:cs typeface="Malgun Gothic"/>
              </a:rPr>
              <a:t>평가</a:t>
            </a:r>
          </a:p>
        </p:txBody>
      </p:sp>
      <p:sp>
        <p:nvSpPr>
          <p:cNvPr id="19" name="">
            <a:extLst xmlns:a="http://schemas.openxmlformats.org/drawingml/2006/main">
              <a:ext uri="{FF2B5EF4-FFF2-40B4-BE49-F238E27FC236}">
                <a16:creationId xmlns:a16="http://schemas.microsoft.com/office/drawing/2014/main" id="{BE5CD7D2-74FF-48F9-84B0-B13E172ADF92}"/>
              </a:ext>
            </a:extLst>
          </p:cNvPr>
          <p:cNvSpPr>
            <a:spLocks xmlns:a="http://schemas.openxmlformats.org/drawingml/2006/main" noGrp="1"/>
          </p:cNvSpPr>
          <p:nvPr/>
        </p:nvSpPr>
        <p:spPr>
          <a:xfrm xmlns:a="http://schemas.openxmlformats.org/drawingml/2006/main">
            <a:off x="8096250" y="5057775"/>
            <a:ext cx="3524250" cy="19050"/>
          </a:xfrm>
          <a:prstGeom xmlns:a="http://schemas.openxmlformats.org/drawingml/2006/main" prst="rect">
            <a:avLst/>
          </a:prstGeom>
          <a:solidFill xmlns:a="http://schemas.openxmlformats.org/drawingml/2006/main">
            <a:srgbClr val="B7C9D3"/>
          </a:solidFill>
          <a:ln xmlns:a="http://schemas.openxmlformats.org/drawingml/2006/main" w="0">
            <a:noFill/>
            <a:prstDash val="solid"/>
          </a:ln>
        </p:spPr>
      </p:sp>
      <p:sp>
        <p:nvSpPr>
          <p:cNvPr id="20" name="stage-body-03">
            <a:extLst xmlns:a="http://schemas.openxmlformats.org/drawingml/2006/main">
              <a:ext uri="{FF2B5EF4-FFF2-40B4-BE49-F238E27FC236}">
                <a16:creationId xmlns:a16="http://schemas.microsoft.com/office/drawing/2014/main" id="{112CE679-AB34-4C38-A649-A72937C9C9DC}"/>
              </a:ext>
            </a:extLst>
          </p:cNvPr>
          <p:cNvSpPr>
            <a:spLocks xmlns:a="http://schemas.openxmlformats.org/drawingml/2006/main" noGrp="1"/>
          </p:cNvSpPr>
          <p:nvPr/>
        </p:nvSpPr>
        <p:spPr>
          <a:xfrm xmlns:a="http://schemas.openxmlformats.org/drawingml/2006/main">
            <a:off x="8096250" y="5219700"/>
            <a:ext cx="3524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500" b="0">
                <a:solidFill>
                  <a:srgbClr val="546874"/>
                </a:solidFill>
                <a:latin typeface="Malgun Gothic"/>
                <a:ea typeface="Malgun Gothic"/>
                <a:cs typeface="Malgun Gothic"/>
              </a:defRPr>
            </a:pPr>
            <a:r>
              <a:rPr sz="1500" b="0">
                <a:solidFill>
                  <a:srgbClr val="546874"/>
                </a:solidFill>
                <a:latin typeface="Malgun Gothic"/>
                <a:ea typeface="Malgun Gothic"/>
                <a:cs typeface="Malgun Gothic"/>
              </a:rPr>
              <a:t>태블릿 확인과 퀴즈로 수행을 마무리한다</a:t>
            </a:r>
          </a:p>
        </p:txBody>
      </p:sp>
      <p:sp>
        <p:nvSpPr>
          <p:cNvPr id="21" name="footer-brand-2">
            <a:extLst xmlns:a="http://schemas.openxmlformats.org/drawingml/2006/main">
              <a:ext uri="{FF2B5EF4-FFF2-40B4-BE49-F238E27FC236}">
                <a16:creationId xmlns:a16="http://schemas.microsoft.com/office/drawing/2014/main" id="{C207A126-9ECC-460B-934C-2BBA2857724E}"/>
              </a:ext>
            </a:extLst>
          </p:cNvPr>
          <p:cNvSpPr>
            <a:spLocks xmlns:a="http://schemas.openxmlformats.org/drawingml/2006/main" noGrp="1"/>
          </p:cNvSpPr>
          <p:nvPr/>
        </p:nvSpPr>
        <p:spPr>
          <a:xfrm xmlns:a="http://schemas.openxmlformats.org/drawingml/2006/main">
            <a:off x="571500" y="6486525"/>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900" b="1">
                <a:solidFill>
                  <a:srgbClr val="546874"/>
                </a:solidFill>
                <a:latin typeface="Malgun Gothic"/>
                <a:ea typeface="Malgun Gothic"/>
                <a:cs typeface="Malgun Gothic"/>
              </a:defRPr>
            </a:pPr>
            <a:r>
              <a:rPr sz="900" b="1">
                <a:solidFill>
                  <a:srgbClr val="546874"/>
                </a:solidFill>
                <a:latin typeface="Malgun Gothic"/>
                <a:ea typeface="Malgun Gothic"/>
                <a:cs typeface="Malgun Gothic"/>
              </a:rPr>
              <a:t>TYCHE CHEMICAL SAFETY TRAINING</a:t>
            </a:r>
          </a:p>
        </p:txBody>
      </p:sp>
      <p:sp>
        <p:nvSpPr>
          <p:cNvPr id="22" name="footer-page-2">
            <a:extLst xmlns:a="http://schemas.openxmlformats.org/drawingml/2006/main">
              <a:ext uri="{FF2B5EF4-FFF2-40B4-BE49-F238E27FC236}">
                <a16:creationId xmlns:a16="http://schemas.microsoft.com/office/drawing/2014/main" id="{CC629692-D212-4894-A4C1-1CBEC9304F25}"/>
              </a:ext>
            </a:extLst>
          </p:cNvPr>
          <p:cNvSpPr>
            <a:spLocks xmlns:a="http://schemas.openxmlformats.org/drawingml/2006/main" noGrp="1"/>
          </p:cNvSpPr>
          <p:nvPr/>
        </p:nvSpPr>
        <p:spPr>
          <a:xfrm xmlns:a="http://schemas.openxmlformats.org/drawingml/2006/main">
            <a:off x="11049000" y="645795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buNone/>
              <a:defRPr sz="975" b="1">
                <a:solidFill>
                  <a:srgbClr val="546874"/>
                </a:solidFill>
                <a:latin typeface="Malgun Gothic"/>
                <a:ea typeface="Malgun Gothic"/>
                <a:cs typeface="Malgun Gothic"/>
              </a:defRPr>
            </a:pPr>
            <a:r>
              <a:rPr sz="975" b="1">
                <a:solidFill>
                  <a:srgbClr val="546874"/>
                </a:solidFill>
                <a:latin typeface="Malgun Gothic"/>
                <a:ea typeface="Malgun Gothic"/>
                <a:cs typeface="Malgun Gothic"/>
              </a:rPr>
              <a:t>02</a:t>
            </a:r>
          </a:p>
        </p:txBody>
      </p:sp>
    </p:spTree>
    <p:extLst>
      <p:ext uri="{BB962C8B-B14F-4D97-AF65-F5344CB8AC3E}">
        <p14:creationId xmlns:p14="http://schemas.microsoft.com/office/powerpoint/2010/main" val="629199538"/>
      </p:ext>
    </p:extLst>
  </p:cSld>
</p:sld>
</file>

<file path=ppt/slides/slide3.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20" name="interaction-title">
            <a:extLst xmlns:a="http://schemas.openxmlformats.org/drawingml/2006/main">
              <a:ext uri="{FF2B5EF4-FFF2-40B4-BE49-F238E27FC236}">
                <a16:creationId xmlns:a16="http://schemas.microsoft.com/office/drawing/2014/main" id="{75A10808-56CF-4404-89E8-3382366DC1FB}"/>
              </a:ext>
            </a:extLst>
          </p:cNvPr>
          <p:cNvSpPr>
            <a:spLocks xmlns:a="http://schemas.openxmlformats.org/drawingml/2006/main" noGrp="1"/>
          </p:cNvSpPr>
          <p:nvPr/>
        </p:nvSpPr>
        <p:spPr>
          <a:xfrm xmlns:a="http://schemas.openxmlformats.org/drawingml/2006/main">
            <a:off x="571500" y="438150"/>
            <a:ext cx="11049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3225" b="1">
                <a:solidFill>
                  <a:srgbClr val="102531"/>
                </a:solidFill>
                <a:latin typeface="Malgun Gothic"/>
                <a:ea typeface="Malgun Gothic"/>
                <a:cs typeface="Malgun Gothic"/>
              </a:defRPr>
            </a:pPr>
            <a:r>
              <a:rPr sz="3225" b="1">
                <a:solidFill>
                  <a:srgbClr val="102531"/>
                </a:solidFill>
                <a:latin typeface="Malgun Gothic"/>
                <a:ea typeface="Malgun Gothic"/>
                <a:cs typeface="Malgun Gothic"/>
              </a:rPr>
              <a:t>안전 지식을 실제 판단과 행동으로 바꾼다</a:t>
            </a:r>
          </a:p>
        </p:txBody>
      </p:sp>
      <p:sp>
        <p:nvSpPr>
          <p:cNvPr id="2" name="">
            <a:extLst xmlns:a="http://schemas.openxmlformats.org/drawingml/2006/main">
              <a:ext uri="{FF2B5EF4-FFF2-40B4-BE49-F238E27FC236}">
                <a16:creationId xmlns:a16="http://schemas.microsoft.com/office/drawing/2014/main" id="{776822F6-1FB3-4CAD-A042-633EEE6E2038}"/>
              </a:ext>
            </a:extLst>
          </p:cNvPr>
          <p:cNvSpPr>
            <a:spLocks xmlns:a="http://schemas.openxmlformats.org/drawingml/2006/main" noGrp="1"/>
          </p:cNvSpPr>
          <p:nvPr/>
        </p:nvSpPr>
        <p:spPr>
          <a:xfrm xmlns:a="http://schemas.openxmlformats.org/drawingml/2006/main">
            <a:off x="552450" y="1362075"/>
            <a:ext cx="5848350" cy="4657725"/>
          </a:xfrm>
          <a:prstGeom xmlns:a="http://schemas.openxmlformats.org/drawingml/2006/main" prst="roundRect">
            <a:avLst>
              <a:gd name="adj" fmla="val 3681"/>
            </a:avLst>
          </a:prstGeom>
          <a:solidFill xmlns:a="http://schemas.openxmlformats.org/drawingml/2006/main">
            <a:srgbClr val="FFFFFF"/>
          </a:solidFill>
          <a:ln xmlns:a="http://schemas.openxmlformats.org/drawingml/2006/main" w="9525">
            <a:solidFill>
              <a:srgbClr val="B7C9D3"/>
            </a:solidFill>
            <a:prstDash val="solid"/>
          </a:ln>
        </p:spPr>
      </p:sp>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ab72d56ead67462c"/>
          <a:srcRect xmlns:a="http://schemas.openxmlformats.org/drawingml/2006/main" l="14527" t="0" r="14527" b="0"/>
          <a:stretch xmlns:a="http://schemas.openxmlformats.org/drawingml/2006/main">
            <a:fillRect l="0" t="0" r="0" b="0"/>
          </a:stretch>
        </p:blipFill>
        <p:spPr>
          <a:xfrm xmlns:a="http://schemas.openxmlformats.org/drawingml/2006/main">
            <a:off x="571500" y="1381125"/>
            <a:ext cx="5810250" cy="4619625"/>
          </a:xfrm>
          <a:prstGeom xmlns:a="http://schemas.openxmlformats.org/drawingml/2006/main" prst="roundRect">
            <a:avLst>
              <a:gd name="adj" fmla="val 3299"/>
            </a:avLst>
          </a:prstGeom>
        </p:spPr>
      </p:pic>
      <p:sp>
        <p:nvSpPr>
          <p:cNvPr id="4" name="">
            <a:extLst xmlns:a="http://schemas.openxmlformats.org/drawingml/2006/main">
              <a:ext uri="{FF2B5EF4-FFF2-40B4-BE49-F238E27FC236}">
                <a16:creationId xmlns:a16="http://schemas.microsoft.com/office/drawing/2014/main" id="{A827679E-E17C-4F60-8599-794B82C871A8}"/>
              </a:ext>
            </a:extLst>
          </p:cNvPr>
          <p:cNvSpPr>
            <a:spLocks xmlns:a="http://schemas.openxmlformats.org/drawingml/2006/main" noGrp="1"/>
          </p:cNvSpPr>
          <p:nvPr/>
        </p:nvSpPr>
        <p:spPr>
          <a:xfrm xmlns:a="http://schemas.openxmlformats.org/drawingml/2006/main">
            <a:off x="6743700" y="1362075"/>
            <a:ext cx="4895850" cy="2371725"/>
          </a:xfrm>
          <a:prstGeom xmlns:a="http://schemas.openxmlformats.org/drawingml/2006/main" prst="roundRect">
            <a:avLst>
              <a:gd name="adj" fmla="val 7229"/>
            </a:avLst>
          </a:prstGeom>
          <a:solidFill xmlns:a="http://schemas.openxmlformats.org/drawingml/2006/main">
            <a:srgbClr val="FFFFFF"/>
          </a:solidFill>
          <a:ln xmlns:a="http://schemas.openxmlformats.org/drawingml/2006/main" w="9525">
            <a:solidFill>
              <a:srgbClr val="B7C9D3"/>
            </a:solidFill>
            <a:prstDash val="solid"/>
          </a:ln>
        </p:spPr>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b690760815b4410e"/>
          <a:srcRect xmlns:a="http://schemas.openxmlformats.org/drawingml/2006/main" l="0" t="7298" r="0" b="7298"/>
          <a:stretch xmlns:a="http://schemas.openxmlformats.org/drawingml/2006/main">
            <a:fillRect l="0" t="0" r="0" b="0"/>
          </a:stretch>
        </p:blipFill>
        <p:spPr>
          <a:xfrm xmlns:a="http://schemas.openxmlformats.org/drawingml/2006/main">
            <a:off x="6762750" y="1381125"/>
            <a:ext cx="4857750" cy="2333625"/>
          </a:xfrm>
          <a:prstGeom xmlns:a="http://schemas.openxmlformats.org/drawingml/2006/main" prst="roundRect">
            <a:avLst>
              <a:gd name="adj" fmla="val 6531"/>
            </a:avLst>
          </a:prstGeom>
        </p:spPr>
      </p:pic>
      <p:sp>
        <p:nvSpPr>
          <p:cNvPr id="6" name="">
            <a:extLst xmlns:a="http://schemas.openxmlformats.org/drawingml/2006/main">
              <a:ext uri="{FF2B5EF4-FFF2-40B4-BE49-F238E27FC236}">
                <a16:creationId xmlns:a16="http://schemas.microsoft.com/office/drawing/2014/main" id="{7944FD8A-C148-418A-905A-E1186B75A970}"/>
              </a:ext>
            </a:extLst>
          </p:cNvPr>
          <p:cNvSpPr>
            <a:spLocks xmlns:a="http://schemas.openxmlformats.org/drawingml/2006/main" noGrp="1"/>
          </p:cNvSpPr>
          <p:nvPr/>
        </p:nvSpPr>
        <p:spPr>
          <a:xfrm xmlns:a="http://schemas.openxmlformats.org/drawingml/2006/main">
            <a:off x="6762750" y="4086225"/>
            <a:ext cx="266700" cy="266700"/>
          </a:xfrm>
          <a:prstGeom xmlns:a="http://schemas.openxmlformats.org/drawingml/2006/main" prst="ellipse">
            <a:avLst/>
          </a:prstGeom>
          <a:solidFill xmlns:a="http://schemas.openxmlformats.org/drawingml/2006/main">
            <a:srgbClr val="1679B4"/>
          </a:solidFill>
          <a:ln xmlns:a="http://schemas.openxmlformats.org/drawingml/2006/main" w="0">
            <a:noFill/>
            <a:prstDash val="solid"/>
          </a:ln>
        </p:spPr>
      </p:sp>
      <p:sp>
        <p:nvSpPr>
          <p:cNvPr id="7" name="interaction-number-1">
            <a:extLst xmlns:a="http://schemas.openxmlformats.org/drawingml/2006/main">
              <a:ext uri="{FF2B5EF4-FFF2-40B4-BE49-F238E27FC236}">
                <a16:creationId xmlns:a16="http://schemas.microsoft.com/office/drawing/2014/main" id="{50351DB3-439E-40B9-9CF9-26F6246F1562}"/>
              </a:ext>
            </a:extLst>
          </p:cNvPr>
          <p:cNvSpPr>
            <a:spLocks xmlns:a="http://schemas.openxmlformats.org/drawingml/2006/main" noGrp="1"/>
          </p:cNvSpPr>
          <p:nvPr/>
        </p:nvSpPr>
        <p:spPr>
          <a:xfrm xmlns:a="http://schemas.openxmlformats.org/drawingml/2006/main">
            <a:off x="6762750" y="4105275"/>
            <a:ext cx="266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125" b="1">
                <a:solidFill>
                  <a:srgbClr val="FFFFFF"/>
                </a:solidFill>
                <a:latin typeface="Malgun Gothic"/>
                <a:ea typeface="Malgun Gothic"/>
                <a:cs typeface="Malgun Gothic"/>
              </a:defRPr>
            </a:pPr>
            <a:r>
              <a:rPr sz="1125" b="1">
                <a:solidFill>
                  <a:srgbClr val="FFFFFF"/>
                </a:solidFill>
                <a:latin typeface="Malgun Gothic"/>
                <a:ea typeface="Malgun Gothic"/>
                <a:cs typeface="Malgun Gothic"/>
              </a:rPr>
              <a:t>1</a:t>
            </a:r>
          </a:p>
        </p:txBody>
      </p:sp>
      <p:sp>
        <p:nvSpPr>
          <p:cNvPr id="8" name="interaction-head-1">
            <a:extLst xmlns:a="http://schemas.openxmlformats.org/drawingml/2006/main">
              <a:ext uri="{FF2B5EF4-FFF2-40B4-BE49-F238E27FC236}">
                <a16:creationId xmlns:a16="http://schemas.microsoft.com/office/drawing/2014/main" id="{655CD86D-5DD6-4B4F-94AE-B3C830822284}"/>
              </a:ext>
            </a:extLst>
          </p:cNvPr>
          <p:cNvSpPr>
            <a:spLocks xmlns:a="http://schemas.openxmlformats.org/drawingml/2006/main" noGrp="1"/>
          </p:cNvSpPr>
          <p:nvPr/>
        </p:nvSpPr>
        <p:spPr>
          <a:xfrm xmlns:a="http://schemas.openxmlformats.org/drawingml/2006/main">
            <a:off x="7181850" y="4067175"/>
            <a:ext cx="19526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800" b="1">
                <a:solidFill>
                  <a:srgbClr val="102531"/>
                </a:solidFill>
                <a:latin typeface="Malgun Gothic"/>
                <a:ea typeface="Malgun Gothic"/>
                <a:cs typeface="Malgun Gothic"/>
              </a:defRPr>
            </a:pPr>
            <a:r>
              <a:rPr sz="1800" b="1">
                <a:solidFill>
                  <a:srgbClr val="102531"/>
                </a:solidFill>
                <a:latin typeface="Malgun Gothic"/>
                <a:ea typeface="Malgun Gothic"/>
                <a:cs typeface="Malgun Gothic"/>
              </a:rPr>
              <a:t>근접 상호작용</a:t>
            </a:r>
          </a:p>
        </p:txBody>
      </p:sp>
      <p:sp>
        <p:nvSpPr>
          <p:cNvPr id="9" name="interaction-body-1">
            <a:extLst xmlns:a="http://schemas.openxmlformats.org/drawingml/2006/main">
              <a:ext uri="{FF2B5EF4-FFF2-40B4-BE49-F238E27FC236}">
                <a16:creationId xmlns:a16="http://schemas.microsoft.com/office/drawing/2014/main" id="{A617673E-E41D-4559-9D64-A80EA04F37C8}"/>
              </a:ext>
            </a:extLst>
          </p:cNvPr>
          <p:cNvSpPr>
            <a:spLocks xmlns:a="http://schemas.openxmlformats.org/drawingml/2006/main" noGrp="1"/>
          </p:cNvSpPr>
          <p:nvPr/>
        </p:nvSpPr>
        <p:spPr>
          <a:xfrm xmlns:a="http://schemas.openxmlformats.org/drawingml/2006/main">
            <a:off x="9144000" y="4086225"/>
            <a:ext cx="2476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350" b="0">
                <a:solidFill>
                  <a:srgbClr val="546874"/>
                </a:solidFill>
                <a:latin typeface="Malgun Gothic"/>
                <a:ea typeface="Malgun Gothic"/>
                <a:cs typeface="Malgun Gothic"/>
              </a:defRPr>
            </a:pPr>
            <a:r>
              <a:rPr sz="1350" b="0">
                <a:solidFill>
                  <a:srgbClr val="546874"/>
                </a:solidFill>
                <a:latin typeface="Malgun Gothic"/>
                <a:ea typeface="Malgun Gothic"/>
                <a:cs typeface="Malgun Gothic"/>
              </a:rPr>
              <a:t>손으로 가까이 잡아 장비 선택</a:t>
            </a:r>
          </a:p>
        </p:txBody>
      </p:sp>
      <p:sp>
        <p:nvSpPr>
          <p:cNvPr id="10" name="">
            <a:extLst xmlns:a="http://schemas.openxmlformats.org/drawingml/2006/main">
              <a:ext uri="{FF2B5EF4-FFF2-40B4-BE49-F238E27FC236}">
                <a16:creationId xmlns:a16="http://schemas.microsoft.com/office/drawing/2014/main" id="{E3BA4992-8340-44C9-86C2-C8340961B305}"/>
              </a:ext>
            </a:extLst>
          </p:cNvPr>
          <p:cNvSpPr>
            <a:spLocks xmlns:a="http://schemas.openxmlformats.org/drawingml/2006/main" noGrp="1"/>
          </p:cNvSpPr>
          <p:nvPr/>
        </p:nvSpPr>
        <p:spPr>
          <a:xfrm xmlns:a="http://schemas.openxmlformats.org/drawingml/2006/main">
            <a:off x="6762750" y="4752975"/>
            <a:ext cx="266700" cy="266700"/>
          </a:xfrm>
          <a:prstGeom xmlns:a="http://schemas.openxmlformats.org/drawingml/2006/main" prst="ellipse">
            <a:avLst/>
          </a:prstGeom>
          <a:solidFill xmlns:a="http://schemas.openxmlformats.org/drawingml/2006/main">
            <a:srgbClr val="F4C243"/>
          </a:solidFill>
          <a:ln xmlns:a="http://schemas.openxmlformats.org/drawingml/2006/main" w="0">
            <a:noFill/>
            <a:prstDash val="solid"/>
          </a:ln>
        </p:spPr>
      </p:sp>
      <p:sp>
        <p:nvSpPr>
          <p:cNvPr id="11" name="interaction-number-2">
            <a:extLst xmlns:a="http://schemas.openxmlformats.org/drawingml/2006/main">
              <a:ext uri="{FF2B5EF4-FFF2-40B4-BE49-F238E27FC236}">
                <a16:creationId xmlns:a16="http://schemas.microsoft.com/office/drawing/2014/main" id="{ED6C2331-F6D2-4C2A-B8BA-4BD6C15A63E9}"/>
              </a:ext>
            </a:extLst>
          </p:cNvPr>
          <p:cNvSpPr>
            <a:spLocks xmlns:a="http://schemas.openxmlformats.org/drawingml/2006/main" noGrp="1"/>
          </p:cNvSpPr>
          <p:nvPr/>
        </p:nvSpPr>
        <p:spPr>
          <a:xfrm xmlns:a="http://schemas.openxmlformats.org/drawingml/2006/main">
            <a:off x="6762750" y="4772025"/>
            <a:ext cx="266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125" b="1">
                <a:solidFill>
                  <a:srgbClr val="102531"/>
                </a:solidFill>
                <a:latin typeface="Malgun Gothic"/>
                <a:ea typeface="Malgun Gothic"/>
                <a:cs typeface="Malgun Gothic"/>
              </a:defRPr>
            </a:pPr>
            <a:r>
              <a:rPr sz="1125" b="1">
                <a:solidFill>
                  <a:srgbClr val="102531"/>
                </a:solidFill>
                <a:latin typeface="Malgun Gothic"/>
                <a:ea typeface="Malgun Gothic"/>
                <a:cs typeface="Malgun Gothic"/>
              </a:rPr>
              <a:t>2</a:t>
            </a:r>
          </a:p>
        </p:txBody>
      </p:sp>
      <p:sp>
        <p:nvSpPr>
          <p:cNvPr id="12" name="interaction-head-2">
            <a:extLst xmlns:a="http://schemas.openxmlformats.org/drawingml/2006/main">
              <a:ext uri="{FF2B5EF4-FFF2-40B4-BE49-F238E27FC236}">
                <a16:creationId xmlns:a16="http://schemas.microsoft.com/office/drawing/2014/main" id="{E11A5233-8491-4354-AD78-6F53D19611C3}"/>
              </a:ext>
            </a:extLst>
          </p:cNvPr>
          <p:cNvSpPr>
            <a:spLocks xmlns:a="http://schemas.openxmlformats.org/drawingml/2006/main" noGrp="1"/>
          </p:cNvSpPr>
          <p:nvPr/>
        </p:nvSpPr>
        <p:spPr>
          <a:xfrm xmlns:a="http://schemas.openxmlformats.org/drawingml/2006/main">
            <a:off x="7181850" y="4733925"/>
            <a:ext cx="19526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800" b="1">
                <a:solidFill>
                  <a:srgbClr val="102531"/>
                </a:solidFill>
                <a:latin typeface="Malgun Gothic"/>
                <a:ea typeface="Malgun Gothic"/>
                <a:cs typeface="Malgun Gothic"/>
              </a:defRPr>
            </a:pPr>
            <a:r>
              <a:rPr sz="1800" b="1">
                <a:solidFill>
                  <a:srgbClr val="102531"/>
                </a:solidFill>
                <a:latin typeface="Malgun Gothic"/>
                <a:ea typeface="Malgun Gothic"/>
                <a:cs typeface="Malgun Gothic"/>
              </a:rPr>
              <a:t>결함·오염 판별</a:t>
            </a:r>
          </a:p>
        </p:txBody>
      </p:sp>
      <p:sp>
        <p:nvSpPr>
          <p:cNvPr id="13" name="interaction-body-2">
            <a:extLst xmlns:a="http://schemas.openxmlformats.org/drawingml/2006/main">
              <a:ext uri="{FF2B5EF4-FFF2-40B4-BE49-F238E27FC236}">
                <a16:creationId xmlns:a16="http://schemas.microsoft.com/office/drawing/2014/main" id="{EBD85E95-613D-4A90-A5F6-1CFD46AD2800}"/>
              </a:ext>
            </a:extLst>
          </p:cNvPr>
          <p:cNvSpPr>
            <a:spLocks xmlns:a="http://schemas.openxmlformats.org/drawingml/2006/main" noGrp="1"/>
          </p:cNvSpPr>
          <p:nvPr/>
        </p:nvSpPr>
        <p:spPr>
          <a:xfrm xmlns:a="http://schemas.openxmlformats.org/drawingml/2006/main">
            <a:off x="9144000" y="4752975"/>
            <a:ext cx="2476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350" b="0">
                <a:solidFill>
                  <a:srgbClr val="546874"/>
                </a:solidFill>
                <a:latin typeface="Malgun Gothic"/>
                <a:ea typeface="Malgun Gothic"/>
                <a:cs typeface="Malgun Gothic"/>
              </a:defRPr>
            </a:pPr>
            <a:r>
              <a:rPr sz="1350" b="0">
                <a:solidFill>
                  <a:srgbClr val="546874"/>
                </a:solidFill>
                <a:latin typeface="Malgun Gothic"/>
                <a:ea typeface="Malgun Gothic"/>
                <a:cs typeface="Malgun Gothic"/>
              </a:rPr>
              <a:t>정상 장비와 부적합 장비를 비교</a:t>
            </a:r>
          </a:p>
        </p:txBody>
      </p:sp>
      <p:sp>
        <p:nvSpPr>
          <p:cNvPr id="14" name="">
            <a:extLst xmlns:a="http://schemas.openxmlformats.org/drawingml/2006/main">
              <a:ext uri="{FF2B5EF4-FFF2-40B4-BE49-F238E27FC236}">
                <a16:creationId xmlns:a16="http://schemas.microsoft.com/office/drawing/2014/main" id="{E21D8B26-882C-46EE-AA90-D32FC6826D14}"/>
              </a:ext>
            </a:extLst>
          </p:cNvPr>
          <p:cNvSpPr>
            <a:spLocks xmlns:a="http://schemas.openxmlformats.org/drawingml/2006/main" noGrp="1"/>
          </p:cNvSpPr>
          <p:nvPr/>
        </p:nvSpPr>
        <p:spPr>
          <a:xfrm xmlns:a="http://schemas.openxmlformats.org/drawingml/2006/main">
            <a:off x="6762750" y="5419725"/>
            <a:ext cx="266700" cy="266700"/>
          </a:xfrm>
          <a:prstGeom xmlns:a="http://schemas.openxmlformats.org/drawingml/2006/main" prst="ellipse">
            <a:avLst/>
          </a:prstGeom>
          <a:solidFill xmlns:a="http://schemas.openxmlformats.org/drawingml/2006/main">
            <a:srgbClr val="00A88A"/>
          </a:solidFill>
          <a:ln xmlns:a="http://schemas.openxmlformats.org/drawingml/2006/main" w="0">
            <a:noFill/>
            <a:prstDash val="solid"/>
          </a:ln>
        </p:spPr>
      </p:sp>
      <p:sp>
        <p:nvSpPr>
          <p:cNvPr id="15" name="interaction-number-3">
            <a:extLst xmlns:a="http://schemas.openxmlformats.org/drawingml/2006/main">
              <a:ext uri="{FF2B5EF4-FFF2-40B4-BE49-F238E27FC236}">
                <a16:creationId xmlns:a16="http://schemas.microsoft.com/office/drawing/2014/main" id="{90BCD461-FCC8-4336-9043-BE93A70E5A17}"/>
              </a:ext>
            </a:extLst>
          </p:cNvPr>
          <p:cNvSpPr>
            <a:spLocks xmlns:a="http://schemas.openxmlformats.org/drawingml/2006/main" noGrp="1"/>
          </p:cNvSpPr>
          <p:nvPr/>
        </p:nvSpPr>
        <p:spPr>
          <a:xfrm xmlns:a="http://schemas.openxmlformats.org/drawingml/2006/main">
            <a:off x="6762750" y="5438775"/>
            <a:ext cx="266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125" b="1">
                <a:solidFill>
                  <a:srgbClr val="FFFFFF"/>
                </a:solidFill>
                <a:latin typeface="Malgun Gothic"/>
                <a:ea typeface="Malgun Gothic"/>
                <a:cs typeface="Malgun Gothic"/>
              </a:defRPr>
            </a:pPr>
            <a:r>
              <a:rPr sz="1125" b="1">
                <a:solidFill>
                  <a:srgbClr val="FFFFFF"/>
                </a:solidFill>
                <a:latin typeface="Malgun Gothic"/>
                <a:ea typeface="Malgun Gothic"/>
                <a:cs typeface="Malgun Gothic"/>
              </a:rPr>
              <a:t>3</a:t>
            </a:r>
          </a:p>
        </p:txBody>
      </p:sp>
      <p:sp>
        <p:nvSpPr>
          <p:cNvPr id="16" name="interaction-head-3">
            <a:extLst xmlns:a="http://schemas.openxmlformats.org/drawingml/2006/main">
              <a:ext uri="{FF2B5EF4-FFF2-40B4-BE49-F238E27FC236}">
                <a16:creationId xmlns:a16="http://schemas.microsoft.com/office/drawing/2014/main" id="{A3B237BA-3D62-4DF3-987E-8D390852FEFE}"/>
              </a:ext>
            </a:extLst>
          </p:cNvPr>
          <p:cNvSpPr>
            <a:spLocks xmlns:a="http://schemas.openxmlformats.org/drawingml/2006/main" noGrp="1"/>
          </p:cNvSpPr>
          <p:nvPr/>
        </p:nvSpPr>
        <p:spPr>
          <a:xfrm xmlns:a="http://schemas.openxmlformats.org/drawingml/2006/main">
            <a:off x="7181850" y="5400675"/>
            <a:ext cx="19526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800" b="1">
                <a:solidFill>
                  <a:srgbClr val="102531"/>
                </a:solidFill>
                <a:latin typeface="Malgun Gothic"/>
                <a:ea typeface="Malgun Gothic"/>
                <a:cs typeface="Malgun Gothic"/>
              </a:defRPr>
            </a:pPr>
            <a:r>
              <a:rPr sz="1800" b="1">
                <a:solidFill>
                  <a:srgbClr val="102531"/>
                </a:solidFill>
                <a:latin typeface="Malgun Gothic"/>
                <a:ea typeface="Malgun Gothic"/>
                <a:cs typeface="Malgun Gothic"/>
              </a:rPr>
              <a:t>작업계획 검증</a:t>
            </a:r>
          </a:p>
        </p:txBody>
      </p:sp>
      <p:sp>
        <p:nvSpPr>
          <p:cNvPr id="17" name="interaction-body-3">
            <a:extLst xmlns:a="http://schemas.openxmlformats.org/drawingml/2006/main">
              <a:ext uri="{FF2B5EF4-FFF2-40B4-BE49-F238E27FC236}">
                <a16:creationId xmlns:a16="http://schemas.microsoft.com/office/drawing/2014/main" id="{51375A82-46B9-49DB-9284-D786FBB24DA0}"/>
              </a:ext>
            </a:extLst>
          </p:cNvPr>
          <p:cNvSpPr>
            <a:spLocks xmlns:a="http://schemas.openxmlformats.org/drawingml/2006/main" noGrp="1"/>
          </p:cNvSpPr>
          <p:nvPr/>
        </p:nvSpPr>
        <p:spPr>
          <a:xfrm xmlns:a="http://schemas.openxmlformats.org/drawingml/2006/main">
            <a:off x="9144000" y="5419725"/>
            <a:ext cx="2476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350" b="0">
                <a:solidFill>
                  <a:srgbClr val="546874"/>
                </a:solidFill>
                <a:latin typeface="Malgun Gothic"/>
                <a:ea typeface="Malgun Gothic"/>
                <a:cs typeface="Malgun Gothic"/>
              </a:defRPr>
            </a:pPr>
            <a:r>
              <a:rPr sz="1350" b="0">
                <a:solidFill>
                  <a:srgbClr val="546874"/>
                </a:solidFill>
                <a:latin typeface="Malgun Gothic"/>
                <a:ea typeface="Malgun Gothic"/>
                <a:cs typeface="Malgun Gothic"/>
              </a:rPr>
              <a:t>필수 PPE 불일치 시 착용을 거절</a:t>
            </a:r>
          </a:p>
        </p:txBody>
      </p:sp>
      <p:sp>
        <p:nvSpPr>
          <p:cNvPr id="18" name="footer-brand-3">
            <a:extLst xmlns:a="http://schemas.openxmlformats.org/drawingml/2006/main">
              <a:ext uri="{FF2B5EF4-FFF2-40B4-BE49-F238E27FC236}">
                <a16:creationId xmlns:a16="http://schemas.microsoft.com/office/drawing/2014/main" id="{68AF3499-2DA6-45EF-ABC6-3A33B8C8B62F}"/>
              </a:ext>
            </a:extLst>
          </p:cNvPr>
          <p:cNvSpPr>
            <a:spLocks xmlns:a="http://schemas.openxmlformats.org/drawingml/2006/main" noGrp="1"/>
          </p:cNvSpPr>
          <p:nvPr/>
        </p:nvSpPr>
        <p:spPr>
          <a:xfrm xmlns:a="http://schemas.openxmlformats.org/drawingml/2006/main">
            <a:off x="571500" y="6486525"/>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900" b="1">
                <a:solidFill>
                  <a:srgbClr val="546874"/>
                </a:solidFill>
                <a:latin typeface="Malgun Gothic"/>
                <a:ea typeface="Malgun Gothic"/>
                <a:cs typeface="Malgun Gothic"/>
              </a:defRPr>
            </a:pPr>
            <a:r>
              <a:rPr sz="900" b="1">
                <a:solidFill>
                  <a:srgbClr val="546874"/>
                </a:solidFill>
                <a:latin typeface="Malgun Gothic"/>
                <a:ea typeface="Malgun Gothic"/>
                <a:cs typeface="Malgun Gothic"/>
              </a:rPr>
              <a:t>TYCHE CHEMICAL SAFETY TRAINING</a:t>
            </a:r>
          </a:p>
        </p:txBody>
      </p:sp>
      <p:sp>
        <p:nvSpPr>
          <p:cNvPr id="19" name="footer-page-3">
            <a:extLst xmlns:a="http://schemas.openxmlformats.org/drawingml/2006/main">
              <a:ext uri="{FF2B5EF4-FFF2-40B4-BE49-F238E27FC236}">
                <a16:creationId xmlns:a16="http://schemas.microsoft.com/office/drawing/2014/main" id="{8C03CD71-56E7-419C-B2B7-9B1EDE008DC0}"/>
              </a:ext>
            </a:extLst>
          </p:cNvPr>
          <p:cNvSpPr>
            <a:spLocks xmlns:a="http://schemas.openxmlformats.org/drawingml/2006/main" noGrp="1"/>
          </p:cNvSpPr>
          <p:nvPr/>
        </p:nvSpPr>
        <p:spPr>
          <a:xfrm xmlns:a="http://schemas.openxmlformats.org/drawingml/2006/main">
            <a:off x="11049000" y="645795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buNone/>
              <a:defRPr sz="975" b="1">
                <a:solidFill>
                  <a:srgbClr val="546874"/>
                </a:solidFill>
                <a:latin typeface="Malgun Gothic"/>
                <a:ea typeface="Malgun Gothic"/>
                <a:cs typeface="Malgun Gothic"/>
              </a:defRPr>
            </a:pPr>
            <a:r>
              <a:rPr sz="975" b="1">
                <a:solidFill>
                  <a:srgbClr val="546874"/>
                </a:solidFill>
                <a:latin typeface="Malgun Gothic"/>
                <a:ea typeface="Malgun Gothic"/>
                <a:cs typeface="Malgun Gothic"/>
              </a:rPr>
              <a:t>03</a:t>
            </a:r>
          </a:p>
        </p:txBody>
      </p:sp>
    </p:spTree>
    <p:extLst>
      <p:ext uri="{BB962C8B-B14F-4D97-AF65-F5344CB8AC3E}">
        <p14:creationId xmlns:p14="http://schemas.microsoft.com/office/powerpoint/2010/main" val="122200444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1" name="data-title">
            <a:extLst xmlns:a="http://schemas.openxmlformats.org/drawingml/2006/main">
              <a:ext uri="{FF2B5EF4-FFF2-40B4-BE49-F238E27FC236}">
                <a16:creationId xmlns:a16="http://schemas.microsoft.com/office/drawing/2014/main" id="{27373392-C597-4EC3-9D37-A72C61A57D7F}"/>
              </a:ext>
            </a:extLst>
          </p:cNvPr>
          <p:cNvSpPr>
            <a:spLocks xmlns:a="http://schemas.openxmlformats.org/drawingml/2006/main" noGrp="1"/>
          </p:cNvSpPr>
          <p:nvPr/>
        </p:nvSpPr>
        <p:spPr>
          <a:xfrm xmlns:a="http://schemas.openxmlformats.org/drawingml/2006/main">
            <a:off x="571500" y="438150"/>
            <a:ext cx="11049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3225" b="1">
                <a:solidFill>
                  <a:srgbClr val="102531"/>
                </a:solidFill>
                <a:latin typeface="Malgun Gothic"/>
                <a:ea typeface="Malgun Gothic"/>
                <a:cs typeface="Malgun Gothic"/>
              </a:defRPr>
            </a:pPr>
            <a:r>
              <a:rPr sz="3225" b="1">
                <a:solidFill>
                  <a:srgbClr val="102531"/>
                </a:solidFill>
                <a:latin typeface="Malgun Gothic"/>
                <a:ea typeface="Malgun Gothic"/>
                <a:cs typeface="Malgun Gothic"/>
              </a:rPr>
              <a:t>훈련 행동은 조직의 교육 개선 데이터가 된다</a:t>
            </a:r>
          </a:p>
        </p:txBody>
      </p:sp>
      <p:sp>
        <p:nvSpPr>
          <p:cNvPr id="2" name="data-subtitle">
            <a:extLst xmlns:a="http://schemas.openxmlformats.org/drawingml/2006/main">
              <a:ext uri="{FF2B5EF4-FFF2-40B4-BE49-F238E27FC236}">
                <a16:creationId xmlns:a16="http://schemas.microsoft.com/office/drawing/2014/main" id="{50CDDCC8-E29B-4E3F-AC77-E15CDC50BD37}"/>
              </a:ext>
            </a:extLst>
          </p:cNvPr>
          <p:cNvSpPr>
            <a:spLocks xmlns:a="http://schemas.openxmlformats.org/drawingml/2006/main" noGrp="1"/>
          </p:cNvSpPr>
          <p:nvPr/>
        </p:nvSpPr>
        <p:spPr>
          <a:xfrm xmlns:a="http://schemas.openxmlformats.org/drawingml/2006/main">
            <a:off x="571500" y="1066800"/>
            <a:ext cx="10287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500" b="0">
                <a:solidFill>
                  <a:srgbClr val="546874"/>
                </a:solidFill>
                <a:latin typeface="Malgun Gothic"/>
                <a:ea typeface="Malgun Gothic"/>
                <a:cs typeface="Malgun Gothic"/>
              </a:defRPr>
            </a:pPr>
            <a:r>
              <a:rPr sz="1500" b="0">
                <a:solidFill>
                  <a:srgbClr val="546874"/>
                </a:solidFill>
                <a:latin typeface="Malgun Gothic"/>
                <a:ea typeface="Malgun Gothic"/>
                <a:cs typeface="Malgun Gothic"/>
              </a:rPr>
              <a:t>모드 시작부터 문항 정오·PPE 오답·완료시간까지 같은 실행 단위로 연결</a:t>
            </a:r>
          </a:p>
        </p:txBody>
      </p:sp>
      <p:cxnSp>
        <p:nvCxnSpPr>
          <p:cNvPr id="45" name="pipeline-connector"/>
          <p:cNvCxnSpPr/>
          <p:nvPr/>
        </p:nvCxnSpPr>
        <p:spPr>
          <a:xfrm xmlns:a="http://schemas.openxmlformats.org/drawingml/2006/main">
            <a:off x="1657350" y="2819400"/>
            <a:ext cx="8286750" cy="0"/>
          </a:xfrm>
          <a:prstGeom xmlns:a="http://schemas.openxmlformats.org/drawingml/2006/main" prst="straightConnector1">
            <a:avLst/>
          </a:prstGeom>
          <a:ln xmlns:a="http://schemas.openxmlformats.org/drawingml/2006/main" w="38100">
            <a:solidFill>
              <a:srgbClr val="B7C9D3"/>
            </a:solidFill>
            <a:prstDash val="solid"/>
          </a:ln>
        </p:spPr>
      </p:cxnSp>
      <p:sp>
        <p:nvSpPr>
          <p:cNvPr id="4" name="pipeline-arrow-1">
            <a:extLst xmlns:a="http://schemas.openxmlformats.org/drawingml/2006/main">
              <a:ext uri="{FF2B5EF4-FFF2-40B4-BE49-F238E27FC236}">
                <a16:creationId xmlns:a16="http://schemas.microsoft.com/office/drawing/2014/main" id="{630A8F4E-D85D-4453-B809-FF20D33CD2D2}"/>
              </a:ext>
            </a:extLst>
          </p:cNvPr>
          <p:cNvSpPr>
            <a:spLocks xmlns:a="http://schemas.openxmlformats.org/drawingml/2006/main" noGrp="1"/>
          </p:cNvSpPr>
          <p:nvPr/>
        </p:nvSpPr>
        <p:spPr>
          <a:xfrm xmlns:a="http://schemas.openxmlformats.org/drawingml/2006/main">
            <a:off x="2952750" y="2647950"/>
            <a:ext cx="400050" cy="342900"/>
          </a:xfrm>
          <a:prstGeom xmlns:a="http://schemas.openxmlformats.org/drawingml/2006/main" prst="chevron">
            <a:avLst/>
          </a:prstGeom>
          <a:solidFill xmlns:a="http://schemas.openxmlformats.org/drawingml/2006/main">
            <a:srgbClr val="EAF3F7"/>
          </a:solidFill>
          <a:ln xmlns:a="http://schemas.openxmlformats.org/drawingml/2006/main" w="9525">
            <a:solidFill>
              <a:srgbClr val="B7C9D3"/>
            </a:solidFill>
            <a:prstDash val="solid"/>
          </a:ln>
        </p:spPr>
      </p:sp>
      <p:sp>
        <p:nvSpPr>
          <p:cNvPr id="5" name="pipeline-arrow-2">
            <a:extLst xmlns:a="http://schemas.openxmlformats.org/drawingml/2006/main">
              <a:ext uri="{FF2B5EF4-FFF2-40B4-BE49-F238E27FC236}">
                <a16:creationId xmlns:a16="http://schemas.microsoft.com/office/drawing/2014/main" id="{70083CF8-DCAB-4A47-A13E-D91A2D2FE4FF}"/>
              </a:ext>
            </a:extLst>
          </p:cNvPr>
          <p:cNvSpPr>
            <a:spLocks xmlns:a="http://schemas.openxmlformats.org/drawingml/2006/main" noGrp="1"/>
          </p:cNvSpPr>
          <p:nvPr/>
        </p:nvSpPr>
        <p:spPr>
          <a:xfrm xmlns:a="http://schemas.openxmlformats.org/drawingml/2006/main">
            <a:off x="5619750" y="2647950"/>
            <a:ext cx="400050" cy="342900"/>
          </a:xfrm>
          <a:prstGeom xmlns:a="http://schemas.openxmlformats.org/drawingml/2006/main" prst="chevron">
            <a:avLst/>
          </a:prstGeom>
          <a:solidFill xmlns:a="http://schemas.openxmlformats.org/drawingml/2006/main">
            <a:srgbClr val="EAF3F7"/>
          </a:solidFill>
          <a:ln xmlns:a="http://schemas.openxmlformats.org/drawingml/2006/main" w="9525">
            <a:solidFill>
              <a:srgbClr val="B7C9D3"/>
            </a:solidFill>
            <a:prstDash val="solid"/>
          </a:ln>
        </p:spPr>
      </p:sp>
      <p:sp>
        <p:nvSpPr>
          <p:cNvPr id="6" name="pipeline-arrow-3">
            <a:extLst xmlns:a="http://schemas.openxmlformats.org/drawingml/2006/main">
              <a:ext uri="{FF2B5EF4-FFF2-40B4-BE49-F238E27FC236}">
                <a16:creationId xmlns:a16="http://schemas.microsoft.com/office/drawing/2014/main" id="{67C9AF2C-C295-4C69-B901-06F139830ABE}"/>
              </a:ext>
            </a:extLst>
          </p:cNvPr>
          <p:cNvSpPr>
            <a:spLocks xmlns:a="http://schemas.openxmlformats.org/drawingml/2006/main" noGrp="1"/>
          </p:cNvSpPr>
          <p:nvPr/>
        </p:nvSpPr>
        <p:spPr>
          <a:xfrm xmlns:a="http://schemas.openxmlformats.org/drawingml/2006/main">
            <a:off x="8286750" y="2647950"/>
            <a:ext cx="400050" cy="342900"/>
          </a:xfrm>
          <a:prstGeom xmlns:a="http://schemas.openxmlformats.org/drawingml/2006/main" prst="chevron">
            <a:avLst/>
          </a:prstGeom>
          <a:solidFill xmlns:a="http://schemas.openxmlformats.org/drawingml/2006/main">
            <a:srgbClr val="EAF3F7"/>
          </a:solidFill>
          <a:ln xmlns:a="http://schemas.openxmlformats.org/drawingml/2006/main" w="9525">
            <a:solidFill>
              <a:srgbClr val="B7C9D3"/>
            </a:solidFill>
            <a:prstDash val="solid"/>
          </a:ln>
        </p:spPr>
      </p:sp>
      <p:sp>
        <p:nvSpPr>
          <p:cNvPr id="7" name="pipeline-node-1">
            <a:extLst xmlns:a="http://schemas.openxmlformats.org/drawingml/2006/main">
              <a:ext uri="{FF2B5EF4-FFF2-40B4-BE49-F238E27FC236}">
                <a16:creationId xmlns:a16="http://schemas.microsoft.com/office/drawing/2014/main" id="{E441DB28-6EF3-465A-9731-3E8378033452}"/>
              </a:ext>
            </a:extLst>
          </p:cNvPr>
          <p:cNvSpPr>
            <a:spLocks xmlns:a="http://schemas.openxmlformats.org/drawingml/2006/main" noGrp="1"/>
          </p:cNvSpPr>
          <p:nvPr/>
        </p:nvSpPr>
        <p:spPr>
          <a:xfrm xmlns:a="http://schemas.openxmlformats.org/drawingml/2006/main">
            <a:off x="1143000" y="2305050"/>
            <a:ext cx="1028700" cy="1028700"/>
          </a:xfrm>
          <a:prstGeom xmlns:a="http://schemas.openxmlformats.org/drawingml/2006/main" prst="ellipse">
            <a:avLst/>
          </a:prstGeom>
          <a:solidFill xmlns:a="http://schemas.openxmlformats.org/drawingml/2006/main">
            <a:srgbClr val="1679B4"/>
          </a:solidFill>
          <a:ln xmlns:a="http://schemas.openxmlformats.org/drawingml/2006/main" w="38100">
            <a:solidFill>
              <a:srgbClr val="FFFFFF"/>
            </a:solidFill>
            <a:prstDash val="solid"/>
          </a:ln>
        </p:spPr>
      </p:sp>
      <p:sp>
        <p:nvSpPr>
          <p:cNvPr id="8" name="pipeline-number-1">
            <a:extLst xmlns:a="http://schemas.openxmlformats.org/drawingml/2006/main">
              <a:ext uri="{FF2B5EF4-FFF2-40B4-BE49-F238E27FC236}">
                <a16:creationId xmlns:a16="http://schemas.microsoft.com/office/drawing/2014/main" id="{89F35B6C-605F-482C-A6A6-8C4478A16F7A}"/>
              </a:ext>
            </a:extLst>
          </p:cNvPr>
          <p:cNvSpPr>
            <a:spLocks xmlns:a="http://schemas.openxmlformats.org/drawingml/2006/main" noGrp="1"/>
          </p:cNvSpPr>
          <p:nvPr/>
        </p:nvSpPr>
        <p:spPr>
          <a:xfrm xmlns:a="http://schemas.openxmlformats.org/drawingml/2006/main">
            <a:off x="1143000" y="2543175"/>
            <a:ext cx="10287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buNone/>
              <a:defRPr sz="2550" b="1">
                <a:solidFill>
                  <a:srgbClr val="FFFFFF"/>
                </a:solidFill>
                <a:latin typeface="Malgun Gothic"/>
                <a:ea typeface="Malgun Gothic"/>
                <a:cs typeface="Malgun Gothic"/>
              </a:defRPr>
            </a:pPr>
            <a:r>
              <a:rPr sz="2550" b="1">
                <a:solidFill>
                  <a:srgbClr val="FFFFFF"/>
                </a:solidFill>
                <a:latin typeface="Malgun Gothic"/>
                <a:ea typeface="Malgun Gothic"/>
                <a:cs typeface="Malgun Gothic"/>
              </a:rPr>
              <a:t>1</a:t>
            </a:r>
          </a:p>
        </p:txBody>
      </p:sp>
      <p:sp>
        <p:nvSpPr>
          <p:cNvPr id="9" name="pipeline-head-1">
            <a:extLst xmlns:a="http://schemas.openxmlformats.org/drawingml/2006/main">
              <a:ext uri="{FF2B5EF4-FFF2-40B4-BE49-F238E27FC236}">
                <a16:creationId xmlns:a16="http://schemas.microsoft.com/office/drawing/2014/main" id="{A0E56902-0B46-4A3A-9BD9-AF7453280DDD}"/>
              </a:ext>
            </a:extLst>
          </p:cNvPr>
          <p:cNvSpPr>
            <a:spLocks xmlns:a="http://schemas.openxmlformats.org/drawingml/2006/main" noGrp="1"/>
          </p:cNvSpPr>
          <p:nvPr/>
        </p:nvSpPr>
        <p:spPr>
          <a:xfrm xmlns:a="http://schemas.openxmlformats.org/drawingml/2006/main">
            <a:off x="666750" y="3638550"/>
            <a:ext cx="19812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800" b="1">
                <a:solidFill>
                  <a:srgbClr val="102531"/>
                </a:solidFill>
                <a:latin typeface="Malgun Gothic"/>
                <a:ea typeface="Malgun Gothic"/>
                <a:cs typeface="Malgun Gothic"/>
              </a:defRPr>
            </a:pPr>
            <a:r>
              <a:rPr sz="1800" b="1">
                <a:solidFill>
                  <a:srgbClr val="102531"/>
                </a:solidFill>
                <a:latin typeface="Malgun Gothic"/>
                <a:ea typeface="Malgun Gothic"/>
                <a:cs typeface="Malgun Gothic"/>
              </a:rPr>
              <a:t>Quest Client</a:t>
            </a:r>
          </a:p>
        </p:txBody>
      </p:sp>
      <p:sp>
        <p:nvSpPr>
          <p:cNvPr id="10" name="pipeline-body-1">
            <a:extLst xmlns:a="http://schemas.openxmlformats.org/drawingml/2006/main">
              <a:ext uri="{FF2B5EF4-FFF2-40B4-BE49-F238E27FC236}">
                <a16:creationId xmlns:a16="http://schemas.microsoft.com/office/drawing/2014/main" id="{BF3E39BD-A64A-4EE3-BA05-BA253857564B}"/>
              </a:ext>
            </a:extLst>
          </p:cNvPr>
          <p:cNvSpPr>
            <a:spLocks xmlns:a="http://schemas.openxmlformats.org/drawingml/2006/main" noGrp="1"/>
          </p:cNvSpPr>
          <p:nvPr/>
        </p:nvSpPr>
        <p:spPr>
          <a:xfrm xmlns:a="http://schemas.openxmlformats.org/drawingml/2006/main">
            <a:off x="571500" y="4095750"/>
            <a:ext cx="21717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350" b="0">
                <a:solidFill>
                  <a:srgbClr val="546874"/>
                </a:solidFill>
                <a:latin typeface="Malgun Gothic"/>
                <a:ea typeface="Malgun Gothic"/>
                <a:cs typeface="Malgun Gothic"/>
              </a:defRPr>
            </a:pPr>
            <a:r>
              <a:rPr sz="1350" b="0">
                <a:solidFill>
                  <a:srgbClr val="546874"/>
                </a:solidFill>
                <a:latin typeface="Malgun Gothic"/>
                <a:ea typeface="Malgun Gothic"/>
                <a:cs typeface="Malgun Gothic"/>
              </a:rPr>
              <a:t>행동·음성·평가 이벤트 기록</a:t>
            </a:r>
          </a:p>
        </p:txBody>
      </p:sp>
      <p:sp>
        <p:nvSpPr>
          <p:cNvPr id="11" name="pipeline-node-2">
            <a:extLst xmlns:a="http://schemas.openxmlformats.org/drawingml/2006/main">
              <a:ext uri="{FF2B5EF4-FFF2-40B4-BE49-F238E27FC236}">
                <a16:creationId xmlns:a16="http://schemas.microsoft.com/office/drawing/2014/main" id="{3E8CCDD0-BE5A-4710-BC54-8842471BDD1D}"/>
              </a:ext>
            </a:extLst>
          </p:cNvPr>
          <p:cNvSpPr>
            <a:spLocks xmlns:a="http://schemas.openxmlformats.org/drawingml/2006/main" noGrp="1"/>
          </p:cNvSpPr>
          <p:nvPr/>
        </p:nvSpPr>
        <p:spPr>
          <a:xfrm xmlns:a="http://schemas.openxmlformats.org/drawingml/2006/main">
            <a:off x="3810000" y="2305050"/>
            <a:ext cx="1028700" cy="1028700"/>
          </a:xfrm>
          <a:prstGeom xmlns:a="http://schemas.openxmlformats.org/drawingml/2006/main" prst="ellipse">
            <a:avLst/>
          </a:prstGeom>
          <a:solidFill xmlns:a="http://schemas.openxmlformats.org/drawingml/2006/main">
            <a:srgbClr val="11A7C8"/>
          </a:solidFill>
          <a:ln xmlns:a="http://schemas.openxmlformats.org/drawingml/2006/main" w="38100">
            <a:solidFill>
              <a:srgbClr val="FFFFFF"/>
            </a:solidFill>
            <a:prstDash val="solid"/>
          </a:ln>
        </p:spPr>
      </p:sp>
      <p:sp>
        <p:nvSpPr>
          <p:cNvPr id="12" name="pipeline-number-2">
            <a:extLst xmlns:a="http://schemas.openxmlformats.org/drawingml/2006/main">
              <a:ext uri="{FF2B5EF4-FFF2-40B4-BE49-F238E27FC236}">
                <a16:creationId xmlns:a16="http://schemas.microsoft.com/office/drawing/2014/main" id="{DED7A105-88C6-4B47-91F7-CD5F0A6C8D77}"/>
              </a:ext>
            </a:extLst>
          </p:cNvPr>
          <p:cNvSpPr>
            <a:spLocks xmlns:a="http://schemas.openxmlformats.org/drawingml/2006/main" noGrp="1"/>
          </p:cNvSpPr>
          <p:nvPr/>
        </p:nvSpPr>
        <p:spPr>
          <a:xfrm xmlns:a="http://schemas.openxmlformats.org/drawingml/2006/main">
            <a:off x="3810000" y="2543175"/>
            <a:ext cx="10287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buNone/>
              <a:defRPr sz="2550" b="1">
                <a:solidFill>
                  <a:srgbClr val="FFFFFF"/>
                </a:solidFill>
                <a:latin typeface="Malgun Gothic"/>
                <a:ea typeface="Malgun Gothic"/>
                <a:cs typeface="Malgun Gothic"/>
              </a:defRPr>
            </a:pPr>
            <a:r>
              <a:rPr sz="2550" b="1">
                <a:solidFill>
                  <a:srgbClr val="FFFFFF"/>
                </a:solidFill>
                <a:latin typeface="Malgun Gothic"/>
                <a:ea typeface="Malgun Gothic"/>
                <a:cs typeface="Malgun Gothic"/>
              </a:rPr>
              <a:t>2</a:t>
            </a:r>
          </a:p>
        </p:txBody>
      </p:sp>
      <p:sp>
        <p:nvSpPr>
          <p:cNvPr id="13" name="pipeline-head-2">
            <a:extLst xmlns:a="http://schemas.openxmlformats.org/drawingml/2006/main">
              <a:ext uri="{FF2B5EF4-FFF2-40B4-BE49-F238E27FC236}">
                <a16:creationId xmlns:a16="http://schemas.microsoft.com/office/drawing/2014/main" id="{D471056B-1380-421E-839E-C5D357C67992}"/>
              </a:ext>
            </a:extLst>
          </p:cNvPr>
          <p:cNvSpPr>
            <a:spLocks xmlns:a="http://schemas.openxmlformats.org/drawingml/2006/main" noGrp="1"/>
          </p:cNvSpPr>
          <p:nvPr/>
        </p:nvSpPr>
        <p:spPr>
          <a:xfrm xmlns:a="http://schemas.openxmlformats.org/drawingml/2006/main">
            <a:off x="3333750" y="3638550"/>
            <a:ext cx="19812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800" b="1">
                <a:solidFill>
                  <a:srgbClr val="102531"/>
                </a:solidFill>
                <a:latin typeface="Malgun Gothic"/>
                <a:ea typeface="Malgun Gothic"/>
                <a:cs typeface="Malgun Gothic"/>
              </a:defRPr>
            </a:pPr>
            <a:r>
              <a:rPr sz="1800" b="1">
                <a:solidFill>
                  <a:srgbClr val="102531"/>
                </a:solidFill>
                <a:latin typeface="Malgun Gothic"/>
                <a:ea typeface="Malgun Gothic"/>
                <a:cs typeface="Malgun Gothic"/>
              </a:rPr>
              <a:t>JSONL · Queue</a:t>
            </a:r>
          </a:p>
        </p:txBody>
      </p:sp>
      <p:sp>
        <p:nvSpPr>
          <p:cNvPr id="14" name="pipeline-body-2">
            <a:extLst xmlns:a="http://schemas.openxmlformats.org/drawingml/2006/main">
              <a:ext uri="{FF2B5EF4-FFF2-40B4-BE49-F238E27FC236}">
                <a16:creationId xmlns:a16="http://schemas.microsoft.com/office/drawing/2014/main" id="{B9DF9137-5DF7-4DB8-A0C3-E164BAEB9B99}"/>
              </a:ext>
            </a:extLst>
          </p:cNvPr>
          <p:cNvSpPr>
            <a:spLocks xmlns:a="http://schemas.openxmlformats.org/drawingml/2006/main" noGrp="1"/>
          </p:cNvSpPr>
          <p:nvPr/>
        </p:nvSpPr>
        <p:spPr>
          <a:xfrm xmlns:a="http://schemas.openxmlformats.org/drawingml/2006/main">
            <a:off x="3238500" y="4095750"/>
            <a:ext cx="21717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350" b="0">
                <a:solidFill>
                  <a:srgbClr val="546874"/>
                </a:solidFill>
                <a:latin typeface="Malgun Gothic"/>
                <a:ea typeface="Malgun Gothic"/>
                <a:cs typeface="Malgun Gothic"/>
              </a:defRPr>
            </a:pPr>
            <a:r>
              <a:rPr sz="1350" b="0">
                <a:solidFill>
                  <a:srgbClr val="546874"/>
                </a:solidFill>
                <a:latin typeface="Malgun Gothic"/>
                <a:ea typeface="Malgun Gothic"/>
                <a:cs typeface="Malgun Gothic"/>
              </a:rPr>
              <a:t>오프라인 보존과 재전송</a:t>
            </a:r>
          </a:p>
        </p:txBody>
      </p:sp>
      <p:sp>
        <p:nvSpPr>
          <p:cNvPr id="15" name="pipeline-node-3">
            <a:extLst xmlns:a="http://schemas.openxmlformats.org/drawingml/2006/main">
              <a:ext uri="{FF2B5EF4-FFF2-40B4-BE49-F238E27FC236}">
                <a16:creationId xmlns:a16="http://schemas.microsoft.com/office/drawing/2014/main" id="{5AD1651D-0C0F-4B72-B5EA-989DD89C2FB4}"/>
              </a:ext>
            </a:extLst>
          </p:cNvPr>
          <p:cNvSpPr>
            <a:spLocks xmlns:a="http://schemas.openxmlformats.org/drawingml/2006/main" noGrp="1"/>
          </p:cNvSpPr>
          <p:nvPr/>
        </p:nvSpPr>
        <p:spPr>
          <a:xfrm xmlns:a="http://schemas.openxmlformats.org/drawingml/2006/main">
            <a:off x="6477000" y="2305050"/>
            <a:ext cx="1028700" cy="1028700"/>
          </a:xfrm>
          <a:prstGeom xmlns:a="http://schemas.openxmlformats.org/drawingml/2006/main" prst="ellipse">
            <a:avLst/>
          </a:prstGeom>
          <a:solidFill xmlns:a="http://schemas.openxmlformats.org/drawingml/2006/main">
            <a:srgbClr val="00A88A"/>
          </a:solidFill>
          <a:ln xmlns:a="http://schemas.openxmlformats.org/drawingml/2006/main" w="38100">
            <a:solidFill>
              <a:srgbClr val="FFFFFF"/>
            </a:solidFill>
            <a:prstDash val="solid"/>
          </a:ln>
        </p:spPr>
      </p:sp>
      <p:sp>
        <p:nvSpPr>
          <p:cNvPr id="16" name="pipeline-number-3">
            <a:extLst xmlns:a="http://schemas.openxmlformats.org/drawingml/2006/main">
              <a:ext uri="{FF2B5EF4-FFF2-40B4-BE49-F238E27FC236}">
                <a16:creationId xmlns:a16="http://schemas.microsoft.com/office/drawing/2014/main" id="{61D00257-E554-4034-A3C6-B04EB1699C7D}"/>
              </a:ext>
            </a:extLst>
          </p:cNvPr>
          <p:cNvSpPr>
            <a:spLocks xmlns:a="http://schemas.openxmlformats.org/drawingml/2006/main" noGrp="1"/>
          </p:cNvSpPr>
          <p:nvPr/>
        </p:nvSpPr>
        <p:spPr>
          <a:xfrm xmlns:a="http://schemas.openxmlformats.org/drawingml/2006/main">
            <a:off x="6477000" y="2543175"/>
            <a:ext cx="10287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buNone/>
              <a:defRPr sz="2550" b="1">
                <a:solidFill>
                  <a:srgbClr val="FFFFFF"/>
                </a:solidFill>
                <a:latin typeface="Malgun Gothic"/>
                <a:ea typeface="Malgun Gothic"/>
                <a:cs typeface="Malgun Gothic"/>
              </a:defRPr>
            </a:pPr>
            <a:r>
              <a:rPr sz="2550" b="1">
                <a:solidFill>
                  <a:srgbClr val="FFFFFF"/>
                </a:solidFill>
                <a:latin typeface="Malgun Gothic"/>
                <a:ea typeface="Malgun Gothic"/>
                <a:cs typeface="Malgun Gothic"/>
              </a:rPr>
              <a:t>3</a:t>
            </a:r>
          </a:p>
        </p:txBody>
      </p:sp>
      <p:sp>
        <p:nvSpPr>
          <p:cNvPr id="17" name="pipeline-head-3">
            <a:extLst xmlns:a="http://schemas.openxmlformats.org/drawingml/2006/main">
              <a:ext uri="{FF2B5EF4-FFF2-40B4-BE49-F238E27FC236}">
                <a16:creationId xmlns:a16="http://schemas.microsoft.com/office/drawing/2014/main" id="{73D314CF-A7F3-4561-BD7E-F256286B0104}"/>
              </a:ext>
            </a:extLst>
          </p:cNvPr>
          <p:cNvSpPr>
            <a:spLocks xmlns:a="http://schemas.openxmlformats.org/drawingml/2006/main" noGrp="1"/>
          </p:cNvSpPr>
          <p:nvPr/>
        </p:nvSpPr>
        <p:spPr>
          <a:xfrm xmlns:a="http://schemas.openxmlformats.org/drawingml/2006/main">
            <a:off x="6000750" y="3638550"/>
            <a:ext cx="19812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800" b="1">
                <a:solidFill>
                  <a:srgbClr val="102531"/>
                </a:solidFill>
                <a:latin typeface="Malgun Gothic"/>
                <a:ea typeface="Malgun Gothic"/>
                <a:cs typeface="Malgun Gothic"/>
              </a:defRPr>
            </a:pPr>
            <a:r>
              <a:rPr sz="1800" b="1">
                <a:solidFill>
                  <a:srgbClr val="102531"/>
                </a:solidFill>
                <a:latin typeface="Malgun Gothic"/>
                <a:ea typeface="Malgun Gothic"/>
                <a:cs typeface="Malgun Gothic"/>
              </a:rPr>
              <a:t>Express · MySQL</a:t>
            </a:r>
          </a:p>
        </p:txBody>
      </p:sp>
      <p:sp>
        <p:nvSpPr>
          <p:cNvPr id="18" name="pipeline-body-3">
            <a:extLst xmlns:a="http://schemas.openxmlformats.org/drawingml/2006/main">
              <a:ext uri="{FF2B5EF4-FFF2-40B4-BE49-F238E27FC236}">
                <a16:creationId xmlns:a16="http://schemas.microsoft.com/office/drawing/2014/main" id="{1D6B9F64-8BC9-4936-8F0D-6B19FEFAADBD}"/>
              </a:ext>
            </a:extLst>
          </p:cNvPr>
          <p:cNvSpPr>
            <a:spLocks xmlns:a="http://schemas.openxmlformats.org/drawingml/2006/main" noGrp="1"/>
          </p:cNvSpPr>
          <p:nvPr/>
        </p:nvSpPr>
        <p:spPr>
          <a:xfrm xmlns:a="http://schemas.openxmlformats.org/drawingml/2006/main">
            <a:off x="5905500" y="4095750"/>
            <a:ext cx="21717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350" b="0">
                <a:solidFill>
                  <a:srgbClr val="546874"/>
                </a:solidFill>
                <a:latin typeface="Malgun Gothic"/>
                <a:ea typeface="Malgun Gothic"/>
                <a:cs typeface="Malgun Gothic"/>
              </a:defRPr>
            </a:pPr>
            <a:r>
              <a:rPr sz="1350" b="0">
                <a:solidFill>
                  <a:srgbClr val="546874"/>
                </a:solidFill>
                <a:latin typeface="Malgun Gothic"/>
                <a:ea typeface="Malgun Gothic"/>
                <a:cs typeface="Malgun Gothic"/>
              </a:rPr>
              <a:t>세션·이벤트 수신 및 조회</a:t>
            </a:r>
          </a:p>
        </p:txBody>
      </p:sp>
      <p:sp>
        <p:nvSpPr>
          <p:cNvPr id="19" name="pipeline-node-4">
            <a:extLst xmlns:a="http://schemas.openxmlformats.org/drawingml/2006/main">
              <a:ext uri="{FF2B5EF4-FFF2-40B4-BE49-F238E27FC236}">
                <a16:creationId xmlns:a16="http://schemas.microsoft.com/office/drawing/2014/main" id="{74D1497F-AE33-4651-BF34-52B02ED0E7FF}"/>
              </a:ext>
            </a:extLst>
          </p:cNvPr>
          <p:cNvSpPr>
            <a:spLocks xmlns:a="http://schemas.openxmlformats.org/drawingml/2006/main" noGrp="1"/>
          </p:cNvSpPr>
          <p:nvPr/>
        </p:nvSpPr>
        <p:spPr>
          <a:xfrm xmlns:a="http://schemas.openxmlformats.org/drawingml/2006/main">
            <a:off x="9144000" y="2305050"/>
            <a:ext cx="1028700" cy="1028700"/>
          </a:xfrm>
          <a:prstGeom xmlns:a="http://schemas.openxmlformats.org/drawingml/2006/main" prst="ellipse">
            <a:avLst/>
          </a:prstGeom>
          <a:solidFill xmlns:a="http://schemas.openxmlformats.org/drawingml/2006/main">
            <a:srgbClr val="F4C243"/>
          </a:solidFill>
          <a:ln xmlns:a="http://schemas.openxmlformats.org/drawingml/2006/main" w="38100">
            <a:solidFill>
              <a:srgbClr val="FFFFFF"/>
            </a:solidFill>
            <a:prstDash val="solid"/>
          </a:ln>
        </p:spPr>
      </p:sp>
      <p:sp>
        <p:nvSpPr>
          <p:cNvPr id="20" name="pipeline-number-4">
            <a:extLst xmlns:a="http://schemas.openxmlformats.org/drawingml/2006/main">
              <a:ext uri="{FF2B5EF4-FFF2-40B4-BE49-F238E27FC236}">
                <a16:creationId xmlns:a16="http://schemas.microsoft.com/office/drawing/2014/main" id="{0F79007B-8B4F-4CE2-8D31-1CC547395E23}"/>
              </a:ext>
            </a:extLst>
          </p:cNvPr>
          <p:cNvSpPr>
            <a:spLocks xmlns:a="http://schemas.openxmlformats.org/drawingml/2006/main" noGrp="1"/>
          </p:cNvSpPr>
          <p:nvPr/>
        </p:nvSpPr>
        <p:spPr>
          <a:xfrm xmlns:a="http://schemas.openxmlformats.org/drawingml/2006/main">
            <a:off x="9144000" y="2543175"/>
            <a:ext cx="10287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buNone/>
              <a:defRPr sz="2550" b="1">
                <a:solidFill>
                  <a:srgbClr val="102531"/>
                </a:solidFill>
                <a:latin typeface="Malgun Gothic"/>
                <a:ea typeface="Malgun Gothic"/>
                <a:cs typeface="Malgun Gothic"/>
              </a:defRPr>
            </a:pPr>
            <a:r>
              <a:rPr sz="2550" b="1">
                <a:solidFill>
                  <a:srgbClr val="102531"/>
                </a:solidFill>
                <a:latin typeface="Malgun Gothic"/>
                <a:ea typeface="Malgun Gothic"/>
                <a:cs typeface="Malgun Gothic"/>
              </a:rPr>
              <a:t>4</a:t>
            </a:r>
          </a:p>
        </p:txBody>
      </p:sp>
      <p:sp>
        <p:nvSpPr>
          <p:cNvPr id="21" name="pipeline-head-4">
            <a:extLst xmlns:a="http://schemas.openxmlformats.org/drawingml/2006/main">
              <a:ext uri="{FF2B5EF4-FFF2-40B4-BE49-F238E27FC236}">
                <a16:creationId xmlns:a16="http://schemas.microsoft.com/office/drawing/2014/main" id="{3B05D0BB-AC03-4F22-9376-FF102F960332}"/>
              </a:ext>
            </a:extLst>
          </p:cNvPr>
          <p:cNvSpPr>
            <a:spLocks xmlns:a="http://schemas.openxmlformats.org/drawingml/2006/main" noGrp="1"/>
          </p:cNvSpPr>
          <p:nvPr/>
        </p:nvSpPr>
        <p:spPr>
          <a:xfrm xmlns:a="http://schemas.openxmlformats.org/drawingml/2006/main">
            <a:off x="8667750" y="3638550"/>
            <a:ext cx="19812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800" b="1">
                <a:solidFill>
                  <a:srgbClr val="102531"/>
                </a:solidFill>
                <a:latin typeface="Malgun Gothic"/>
                <a:ea typeface="Malgun Gothic"/>
                <a:cs typeface="Malgun Gothic"/>
              </a:defRPr>
            </a:pPr>
            <a:r>
              <a:rPr sz="1800" b="1">
                <a:solidFill>
                  <a:srgbClr val="102531"/>
                </a:solidFill>
                <a:latin typeface="Malgun Gothic"/>
                <a:ea typeface="Malgun Gothic"/>
                <a:cs typeface="Malgun Gothic"/>
              </a:rPr>
              <a:t>운영 대시보드</a:t>
            </a:r>
          </a:p>
        </p:txBody>
      </p:sp>
      <p:sp>
        <p:nvSpPr>
          <p:cNvPr id="22" name="pipeline-body-4">
            <a:extLst xmlns:a="http://schemas.openxmlformats.org/drawingml/2006/main">
              <a:ext uri="{FF2B5EF4-FFF2-40B4-BE49-F238E27FC236}">
                <a16:creationId xmlns:a16="http://schemas.microsoft.com/office/drawing/2014/main" id="{5AA7E4EB-F521-459D-B91D-5575CDFCAC6D}"/>
              </a:ext>
            </a:extLst>
          </p:cNvPr>
          <p:cNvSpPr>
            <a:spLocks xmlns:a="http://schemas.openxmlformats.org/drawingml/2006/main" noGrp="1"/>
          </p:cNvSpPr>
          <p:nvPr/>
        </p:nvSpPr>
        <p:spPr>
          <a:xfrm xmlns:a="http://schemas.openxmlformats.org/drawingml/2006/main">
            <a:off x="8572500" y="4095750"/>
            <a:ext cx="21717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350" b="0">
                <a:solidFill>
                  <a:srgbClr val="546874"/>
                </a:solidFill>
                <a:latin typeface="Malgun Gothic"/>
                <a:ea typeface="Malgun Gothic"/>
                <a:cs typeface="Malgun Gothic"/>
              </a:defRPr>
            </a:pPr>
            <a:r>
              <a:rPr sz="1350" b="0">
                <a:solidFill>
                  <a:srgbClr val="546874"/>
                </a:solidFill>
                <a:latin typeface="Malgun Gothic"/>
                <a:ea typeface="Malgun Gothic"/>
                <a:cs typeface="Malgun Gothic"/>
              </a:rPr>
              <a:t>교육 운영·UX 개선 근거</a:t>
            </a:r>
          </a:p>
        </p:txBody>
      </p:sp>
      <p:sp>
        <p:nvSpPr>
          <p:cNvPr id="23" name="">
            <a:extLst xmlns:a="http://schemas.openxmlformats.org/drawingml/2006/main">
              <a:ext uri="{FF2B5EF4-FFF2-40B4-BE49-F238E27FC236}">
                <a16:creationId xmlns:a16="http://schemas.microsoft.com/office/drawing/2014/main" id="{457A60BB-49B6-4E30-AD08-6E7171745A16}"/>
              </a:ext>
            </a:extLst>
          </p:cNvPr>
          <p:cNvSpPr>
            <a:spLocks xmlns:a="http://schemas.openxmlformats.org/drawingml/2006/main" noGrp="1"/>
          </p:cNvSpPr>
          <p:nvPr/>
        </p:nvSpPr>
        <p:spPr>
          <a:xfrm xmlns:a="http://schemas.openxmlformats.org/drawingml/2006/main">
            <a:off x="571500" y="5238750"/>
            <a:ext cx="11049000" cy="895350"/>
          </a:xfrm>
          <a:prstGeom xmlns:a="http://schemas.openxmlformats.org/drawingml/2006/main" prst="rect">
            <a:avLst/>
          </a:prstGeom>
          <a:solidFill xmlns:a="http://schemas.openxmlformats.org/drawingml/2006/main">
            <a:srgbClr val="EAF3F7"/>
          </a:solidFill>
          <a:ln xmlns:a="http://schemas.openxmlformats.org/drawingml/2006/main" w="0">
            <a:noFill/>
            <a:prstDash val="solid"/>
          </a:ln>
        </p:spPr>
      </p:sp>
      <p:sp>
        <p:nvSpPr>
          <p:cNvPr id="24" name="pipeline-current-label">
            <a:extLst xmlns:a="http://schemas.openxmlformats.org/drawingml/2006/main">
              <a:ext uri="{FF2B5EF4-FFF2-40B4-BE49-F238E27FC236}">
                <a16:creationId xmlns:a16="http://schemas.microsoft.com/office/drawing/2014/main" id="{6FFA2287-151B-4666-8D79-157EF1D51567}"/>
              </a:ext>
            </a:extLst>
          </p:cNvPr>
          <p:cNvSpPr>
            <a:spLocks xmlns:a="http://schemas.openxmlformats.org/drawingml/2006/main" noGrp="1"/>
          </p:cNvSpPr>
          <p:nvPr/>
        </p:nvSpPr>
        <p:spPr>
          <a:xfrm xmlns:a="http://schemas.openxmlformats.org/drawingml/2006/main">
            <a:off x="800100" y="5410200"/>
            <a:ext cx="76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500" b="1">
                <a:solidFill>
                  <a:srgbClr val="00A88A"/>
                </a:solidFill>
                <a:latin typeface="Malgun Gothic"/>
                <a:ea typeface="Malgun Gothic"/>
                <a:cs typeface="Malgun Gothic"/>
              </a:defRPr>
            </a:pPr>
            <a:r>
              <a:rPr sz="1500" b="1">
                <a:solidFill>
                  <a:srgbClr val="00A88A"/>
                </a:solidFill>
                <a:latin typeface="Malgun Gothic"/>
                <a:ea typeface="Malgun Gothic"/>
                <a:cs typeface="Malgun Gothic"/>
              </a:rPr>
              <a:t>현재</a:t>
            </a:r>
          </a:p>
        </p:txBody>
      </p:sp>
      <p:sp>
        <p:nvSpPr>
          <p:cNvPr id="25" name="pipeline-current">
            <a:extLst xmlns:a="http://schemas.openxmlformats.org/drawingml/2006/main">
              <a:ext uri="{FF2B5EF4-FFF2-40B4-BE49-F238E27FC236}">
                <a16:creationId xmlns:a16="http://schemas.microsoft.com/office/drawing/2014/main" id="{D7BC320E-A2B8-4DC3-BB52-1BB5209F9BE7}"/>
              </a:ext>
            </a:extLst>
          </p:cNvPr>
          <p:cNvSpPr>
            <a:spLocks xmlns:a="http://schemas.openxmlformats.org/drawingml/2006/main" noGrp="1"/>
          </p:cNvSpPr>
          <p:nvPr/>
        </p:nvSpPr>
        <p:spPr>
          <a:xfrm xmlns:a="http://schemas.openxmlformats.org/drawingml/2006/main">
            <a:off x="800100" y="5743575"/>
            <a:ext cx="4476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650" b="1">
                <a:solidFill>
                  <a:srgbClr val="102531"/>
                </a:solidFill>
                <a:latin typeface="Malgun Gothic"/>
                <a:ea typeface="Malgun Gothic"/>
                <a:cs typeface="Malgun Gothic"/>
              </a:defRPr>
            </a:pPr>
            <a:r>
              <a:rPr sz="1650" b="1">
                <a:solidFill>
                  <a:srgbClr val="102531"/>
                </a:solidFill>
                <a:latin typeface="Malgun Gothic"/>
                <a:ea typeface="Malgun Gothic"/>
                <a:cs typeface="Malgun Gothic"/>
              </a:rPr>
              <a:t>클라이언트·서버 원본 계약 반영</a:t>
            </a:r>
          </a:p>
        </p:txBody>
      </p:sp>
      <p:sp>
        <p:nvSpPr>
          <p:cNvPr id="26" name="">
            <a:extLst xmlns:a="http://schemas.openxmlformats.org/drawingml/2006/main">
              <a:ext uri="{FF2B5EF4-FFF2-40B4-BE49-F238E27FC236}">
                <a16:creationId xmlns:a16="http://schemas.microsoft.com/office/drawing/2014/main" id="{95F85A1A-3087-4329-88CF-7D93DE560C3D}"/>
              </a:ext>
            </a:extLst>
          </p:cNvPr>
          <p:cNvSpPr>
            <a:spLocks xmlns:a="http://schemas.openxmlformats.org/drawingml/2006/main" noGrp="1"/>
          </p:cNvSpPr>
          <p:nvPr/>
        </p:nvSpPr>
        <p:spPr>
          <a:xfrm xmlns:a="http://schemas.openxmlformats.org/drawingml/2006/main">
            <a:off x="5953125" y="5429250"/>
            <a:ext cx="19050" cy="514350"/>
          </a:xfrm>
          <a:prstGeom xmlns:a="http://schemas.openxmlformats.org/drawingml/2006/main" prst="rect">
            <a:avLst/>
          </a:prstGeom>
          <a:solidFill xmlns:a="http://schemas.openxmlformats.org/drawingml/2006/main">
            <a:srgbClr val="B7C9D3"/>
          </a:solidFill>
          <a:ln xmlns:a="http://schemas.openxmlformats.org/drawingml/2006/main" w="0">
            <a:noFill/>
            <a:prstDash val="solid"/>
          </a:ln>
        </p:spPr>
      </p:sp>
      <p:sp>
        <p:nvSpPr>
          <p:cNvPr id="27" name="pipeline-next-label">
            <a:extLst xmlns:a="http://schemas.openxmlformats.org/drawingml/2006/main">
              <a:ext uri="{FF2B5EF4-FFF2-40B4-BE49-F238E27FC236}">
                <a16:creationId xmlns:a16="http://schemas.microsoft.com/office/drawing/2014/main" id="{90A505A5-F22F-438F-970A-EC75ACDEA6D6}"/>
              </a:ext>
            </a:extLst>
          </p:cNvPr>
          <p:cNvSpPr>
            <a:spLocks xmlns:a="http://schemas.openxmlformats.org/drawingml/2006/main" noGrp="1"/>
          </p:cNvSpPr>
          <p:nvPr/>
        </p:nvSpPr>
        <p:spPr>
          <a:xfrm xmlns:a="http://schemas.openxmlformats.org/drawingml/2006/main">
            <a:off x="6286500" y="541020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500" b="1">
                <a:solidFill>
                  <a:srgbClr val="1679B4"/>
                </a:solidFill>
                <a:latin typeface="Malgun Gothic"/>
                <a:ea typeface="Malgun Gothic"/>
                <a:cs typeface="Malgun Gothic"/>
              </a:defRPr>
            </a:pPr>
            <a:r>
              <a:rPr sz="1500" b="1">
                <a:solidFill>
                  <a:srgbClr val="1679B4"/>
                </a:solidFill>
                <a:latin typeface="Malgun Gothic"/>
                <a:ea typeface="Malgun Gothic"/>
                <a:cs typeface="Malgun Gothic"/>
              </a:rPr>
              <a:t>다음 검증</a:t>
            </a:r>
          </a:p>
        </p:txBody>
      </p:sp>
      <p:sp>
        <p:nvSpPr>
          <p:cNvPr id="28" name="pipeline-next">
            <a:extLst xmlns:a="http://schemas.openxmlformats.org/drawingml/2006/main">
              <a:ext uri="{FF2B5EF4-FFF2-40B4-BE49-F238E27FC236}">
                <a16:creationId xmlns:a16="http://schemas.microsoft.com/office/drawing/2014/main" id="{61E0E41A-F718-4C05-B1AA-8AB37C680B21}"/>
              </a:ext>
            </a:extLst>
          </p:cNvPr>
          <p:cNvSpPr>
            <a:spLocks xmlns:a="http://schemas.openxmlformats.org/drawingml/2006/main" noGrp="1"/>
          </p:cNvSpPr>
          <p:nvPr/>
        </p:nvSpPr>
        <p:spPr>
          <a:xfrm xmlns:a="http://schemas.openxmlformats.org/drawingml/2006/main">
            <a:off x="6286500" y="5743575"/>
            <a:ext cx="495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650" b="1">
                <a:solidFill>
                  <a:srgbClr val="102531"/>
                </a:solidFill>
                <a:latin typeface="Malgun Gothic"/>
                <a:ea typeface="Malgun Gothic"/>
                <a:cs typeface="Malgun Gothic"/>
              </a:defRPr>
            </a:pPr>
            <a:r>
              <a:rPr sz="1650" b="1">
                <a:solidFill>
                  <a:srgbClr val="102531"/>
                </a:solidFill>
                <a:latin typeface="Malgun Gothic"/>
                <a:ea typeface="Malgun Gothic"/>
                <a:cs typeface="Malgun Gothic"/>
              </a:rPr>
              <a:t>Quest → DB → 대시보드 6개 조합 통합 실행</a:t>
            </a:r>
          </a:p>
        </p:txBody>
      </p:sp>
      <p:sp>
        <p:nvSpPr>
          <p:cNvPr id="29" name="footer-brand-4">
            <a:extLst xmlns:a="http://schemas.openxmlformats.org/drawingml/2006/main">
              <a:ext uri="{FF2B5EF4-FFF2-40B4-BE49-F238E27FC236}">
                <a16:creationId xmlns:a16="http://schemas.microsoft.com/office/drawing/2014/main" id="{326FA676-1F93-45D0-9ACA-EDBC09289CEC}"/>
              </a:ext>
            </a:extLst>
          </p:cNvPr>
          <p:cNvSpPr>
            <a:spLocks xmlns:a="http://schemas.openxmlformats.org/drawingml/2006/main" noGrp="1"/>
          </p:cNvSpPr>
          <p:nvPr/>
        </p:nvSpPr>
        <p:spPr>
          <a:xfrm xmlns:a="http://schemas.openxmlformats.org/drawingml/2006/main">
            <a:off x="571500" y="6486525"/>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900" b="1">
                <a:solidFill>
                  <a:srgbClr val="546874"/>
                </a:solidFill>
                <a:latin typeface="Malgun Gothic"/>
                <a:ea typeface="Malgun Gothic"/>
                <a:cs typeface="Malgun Gothic"/>
              </a:defRPr>
            </a:pPr>
            <a:r>
              <a:rPr sz="900" b="1">
                <a:solidFill>
                  <a:srgbClr val="546874"/>
                </a:solidFill>
                <a:latin typeface="Malgun Gothic"/>
                <a:ea typeface="Malgun Gothic"/>
                <a:cs typeface="Malgun Gothic"/>
              </a:rPr>
              <a:t>TYCHE CHEMICAL SAFETY TRAINING</a:t>
            </a:r>
          </a:p>
        </p:txBody>
      </p:sp>
      <p:sp>
        <p:nvSpPr>
          <p:cNvPr id="30" name="footer-page-4">
            <a:extLst xmlns:a="http://schemas.openxmlformats.org/drawingml/2006/main">
              <a:ext uri="{FF2B5EF4-FFF2-40B4-BE49-F238E27FC236}">
                <a16:creationId xmlns:a16="http://schemas.microsoft.com/office/drawing/2014/main" id="{BD9080FD-B10E-4B7F-B974-C5D1F622C82E}"/>
              </a:ext>
            </a:extLst>
          </p:cNvPr>
          <p:cNvSpPr>
            <a:spLocks xmlns:a="http://schemas.openxmlformats.org/drawingml/2006/main" noGrp="1"/>
          </p:cNvSpPr>
          <p:nvPr/>
        </p:nvSpPr>
        <p:spPr>
          <a:xfrm xmlns:a="http://schemas.openxmlformats.org/drawingml/2006/main">
            <a:off x="11049000" y="645795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buNone/>
              <a:defRPr sz="975" b="1">
                <a:solidFill>
                  <a:srgbClr val="546874"/>
                </a:solidFill>
                <a:latin typeface="Malgun Gothic"/>
                <a:ea typeface="Malgun Gothic"/>
                <a:cs typeface="Malgun Gothic"/>
              </a:defRPr>
            </a:pPr>
            <a:r>
              <a:rPr sz="975" b="1">
                <a:solidFill>
                  <a:srgbClr val="546874"/>
                </a:solidFill>
                <a:latin typeface="Malgun Gothic"/>
                <a:ea typeface="Malgun Gothic"/>
                <a:cs typeface="Malgun Gothic"/>
              </a:rPr>
              <a:t>04</a:t>
            </a:r>
          </a:p>
        </p:txBody>
      </p:sp>
    </p:spTree>
    <p:extLst>
      <p:ext uri="{BB962C8B-B14F-4D97-AF65-F5344CB8AC3E}">
        <p14:creationId xmlns:p14="http://schemas.microsoft.com/office/powerpoint/2010/main" val="53440988"/>
      </p:ext>
    </p:extLst>
  </p:cSld>
</p:sld>
</file>

<file path=ppt/slides/slide5.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16" name="closing-title">
            <a:extLst xmlns:a="http://schemas.openxmlformats.org/drawingml/2006/main">
              <a:ext uri="{FF2B5EF4-FFF2-40B4-BE49-F238E27FC236}">
                <a16:creationId xmlns:a16="http://schemas.microsoft.com/office/drawing/2014/main" id="{FFBE1397-716E-4C0C-9AA3-DF840E1916CC}"/>
              </a:ext>
            </a:extLst>
          </p:cNvPr>
          <p:cNvSpPr>
            <a:spLocks xmlns:a="http://schemas.openxmlformats.org/drawingml/2006/main" noGrp="1"/>
          </p:cNvSpPr>
          <p:nvPr/>
        </p:nvSpPr>
        <p:spPr>
          <a:xfrm xmlns:a="http://schemas.openxmlformats.org/drawingml/2006/main">
            <a:off x="571500" y="438150"/>
            <a:ext cx="11049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3225" b="1">
                <a:solidFill>
                  <a:srgbClr val="102531"/>
                </a:solidFill>
                <a:latin typeface="Malgun Gothic"/>
                <a:ea typeface="Malgun Gothic"/>
                <a:cs typeface="Malgun Gothic"/>
              </a:defRPr>
            </a:pPr>
            <a:r>
              <a:rPr sz="3225" b="1">
                <a:solidFill>
                  <a:srgbClr val="102531"/>
                </a:solidFill>
                <a:latin typeface="Malgun Gothic"/>
                <a:ea typeface="Malgun Gothic"/>
                <a:cs typeface="Malgun Gothic"/>
              </a:rPr>
              <a:t>현재 구현된 시스템은 여기까지입니다</a:t>
            </a:r>
          </a:p>
        </p:txBody>
      </p:sp>
      <p:sp>
        <p:nvSpPr>
          <p:cNvPr id="2" name="closing-subtitle">
            <a:extLst xmlns:a="http://schemas.openxmlformats.org/drawingml/2006/main">
              <a:ext uri="{FF2B5EF4-FFF2-40B4-BE49-F238E27FC236}">
                <a16:creationId xmlns:a16="http://schemas.microsoft.com/office/drawing/2014/main" id="{0B849196-B11D-4E8D-9759-987BA861FEBD}"/>
              </a:ext>
            </a:extLst>
          </p:cNvPr>
          <p:cNvSpPr>
            <a:spLocks xmlns:a="http://schemas.openxmlformats.org/drawingml/2006/main" noGrp="1"/>
          </p:cNvSpPr>
          <p:nvPr/>
        </p:nvSpPr>
        <p:spPr>
          <a:xfrm xmlns:a="http://schemas.openxmlformats.org/drawingml/2006/main">
            <a:off x="571500" y="1066800"/>
            <a:ext cx="8763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500" b="0">
                <a:solidFill>
                  <a:srgbClr val="546874"/>
                </a:solidFill>
                <a:latin typeface="Malgun Gothic"/>
                <a:ea typeface="Malgun Gothic"/>
                <a:cs typeface="Malgun Gothic"/>
              </a:defRPr>
            </a:pPr>
            <a:r>
              <a:rPr sz="1500" b="0">
                <a:solidFill>
                  <a:srgbClr val="546874"/>
                </a:solidFill>
                <a:latin typeface="Malgun Gothic"/>
                <a:ea typeface="Malgun Gothic"/>
                <a:cs typeface="Malgun Gothic"/>
              </a:rPr>
              <a:t>VR 훈련 화면부터 수행 기록과 관리자 조회 구조까지 연결했습니다</a:t>
            </a:r>
          </a:p>
        </p:txBody>
      </p:sp>
      <p:sp>
        <p:nvSpPr>
          <p:cNvPr id="3" name="">
            <a:extLst xmlns:a="http://schemas.openxmlformats.org/drawingml/2006/main">
              <a:ext uri="{FF2B5EF4-FFF2-40B4-BE49-F238E27FC236}">
                <a16:creationId xmlns:a16="http://schemas.microsoft.com/office/drawing/2014/main" id="{4CB38CA5-A36B-40AF-B298-1B113E410D81}"/>
              </a:ext>
            </a:extLst>
          </p:cNvPr>
          <p:cNvSpPr>
            <a:spLocks xmlns:a="http://schemas.openxmlformats.org/drawingml/2006/main" noGrp="1"/>
          </p:cNvSpPr>
          <p:nvPr/>
        </p:nvSpPr>
        <p:spPr>
          <a:xfrm xmlns:a="http://schemas.openxmlformats.org/drawingml/2006/main">
            <a:off x="571500" y="1771650"/>
            <a:ext cx="76200" cy="3028950"/>
          </a:xfrm>
          <a:prstGeom xmlns:a="http://schemas.openxmlformats.org/drawingml/2006/main" prst="rect">
            <a:avLst/>
          </a:prstGeom>
          <a:solidFill xmlns:a="http://schemas.openxmlformats.org/drawingml/2006/main">
            <a:srgbClr val="00A88A"/>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C44E1BBB-9652-41E6-82AA-72A4E831838A}"/>
              </a:ext>
            </a:extLst>
          </p:cNvPr>
          <p:cNvSpPr>
            <a:spLocks xmlns:a="http://schemas.openxmlformats.org/drawingml/2006/main" noGrp="1"/>
          </p:cNvSpPr>
          <p:nvPr/>
        </p:nvSpPr>
        <p:spPr>
          <a:xfrm xmlns:a="http://schemas.openxmlformats.org/drawingml/2006/main">
            <a:off x="6153150" y="1771650"/>
            <a:ext cx="76200" cy="3028950"/>
          </a:xfrm>
          <a:prstGeom xmlns:a="http://schemas.openxmlformats.org/drawingml/2006/main" prst="rect">
            <a:avLst/>
          </a:prstGeom>
          <a:solidFill xmlns:a="http://schemas.openxmlformats.org/drawingml/2006/main">
            <a:srgbClr val="F4C243"/>
          </a:solidFill>
          <a:ln xmlns:a="http://schemas.openxmlformats.org/drawingml/2006/main" w="0">
            <a:noFill/>
            <a:prstDash val="solid"/>
          </a:ln>
        </p:spPr>
      </p:sp>
      <p:sp>
        <p:nvSpPr>
          <p:cNvPr id="5" name="closing-current-en">
            <a:extLst xmlns:a="http://schemas.openxmlformats.org/drawingml/2006/main">
              <a:ext uri="{FF2B5EF4-FFF2-40B4-BE49-F238E27FC236}">
                <a16:creationId xmlns:a16="http://schemas.microsoft.com/office/drawing/2014/main" id="{C65F4C34-42D7-4F70-A050-25ABC5AEA56B}"/>
              </a:ext>
            </a:extLst>
          </p:cNvPr>
          <p:cNvSpPr>
            <a:spLocks xmlns:a="http://schemas.openxmlformats.org/drawingml/2006/main" noGrp="1"/>
          </p:cNvSpPr>
          <p:nvPr/>
        </p:nvSpPr>
        <p:spPr>
          <a:xfrm xmlns:a="http://schemas.openxmlformats.org/drawingml/2006/main">
            <a:off x="876300" y="1752600"/>
            <a:ext cx="171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350" b="1">
                <a:solidFill>
                  <a:srgbClr val="00A88A"/>
                </a:solidFill>
                <a:latin typeface="Malgun Gothic"/>
                <a:ea typeface="Malgun Gothic"/>
                <a:cs typeface="Malgun Gothic"/>
              </a:defRPr>
            </a:pPr>
            <a:r>
              <a:rPr sz="1350" b="1">
                <a:solidFill>
                  <a:srgbClr val="00A88A"/>
                </a:solidFill>
                <a:latin typeface="Malgun Gothic"/>
                <a:ea typeface="Malgun Gothic"/>
                <a:cs typeface="Malgun Gothic"/>
              </a:rPr>
              <a:t>VR CLIENT</a:t>
            </a:r>
          </a:p>
        </p:txBody>
      </p:sp>
      <p:sp>
        <p:nvSpPr>
          <p:cNvPr id="6" name="closing-current-head">
            <a:extLst xmlns:a="http://schemas.openxmlformats.org/drawingml/2006/main">
              <a:ext uri="{FF2B5EF4-FFF2-40B4-BE49-F238E27FC236}">
                <a16:creationId xmlns:a16="http://schemas.microsoft.com/office/drawing/2014/main" id="{4B2F11FE-CAD7-4ECF-90ED-A158734CCE14}"/>
              </a:ext>
            </a:extLst>
          </p:cNvPr>
          <p:cNvSpPr>
            <a:spLocks xmlns:a="http://schemas.openxmlformats.org/drawingml/2006/main" noGrp="1"/>
          </p:cNvSpPr>
          <p:nvPr/>
        </p:nvSpPr>
        <p:spPr>
          <a:xfrm xmlns:a="http://schemas.openxmlformats.org/drawingml/2006/main">
            <a:off x="876300" y="2105025"/>
            <a:ext cx="4000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2400" b="1">
                <a:solidFill>
                  <a:srgbClr val="102531"/>
                </a:solidFill>
                <a:latin typeface="Malgun Gothic"/>
                <a:ea typeface="Malgun Gothic"/>
                <a:cs typeface="Malgun Gothic"/>
              </a:defRPr>
            </a:pPr>
            <a:r>
              <a:rPr sz="2400" b="1">
                <a:solidFill>
                  <a:srgbClr val="102531"/>
                </a:solidFill>
                <a:latin typeface="Malgun Gothic"/>
                <a:ea typeface="Malgun Gothic"/>
                <a:cs typeface="Malgun Gothic"/>
              </a:rPr>
              <a:t>훈련 기능</a:t>
            </a:r>
          </a:p>
        </p:txBody>
      </p:sp>
      <p:sp>
        <p:nvSpPr>
          <p:cNvPr id="7" name="closing-current-list">
            <a:extLst xmlns:a="http://schemas.openxmlformats.org/drawingml/2006/main">
              <a:ext uri="{FF2B5EF4-FFF2-40B4-BE49-F238E27FC236}">
                <a16:creationId xmlns:a16="http://schemas.microsoft.com/office/drawing/2014/main" id="{81716450-083B-44B3-B417-BDC0CF1507C2}"/>
              </a:ext>
            </a:extLst>
          </p:cNvPr>
          <p:cNvSpPr>
            <a:spLocks xmlns:a="http://schemas.openxmlformats.org/drawingml/2006/main" noGrp="1"/>
          </p:cNvSpPr>
          <p:nvPr/>
        </p:nvSpPr>
        <p:spPr>
          <a:xfrm xmlns:a="http://schemas.openxmlformats.org/drawingml/2006/main">
            <a:off x="876300" y="2800350"/>
            <a:ext cx="4476750" cy="1952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marL="24" indent="-14">
              <a:spcAft>
                <a:spcPts val="13"/>
              </a:spcAft>
              <a:buChar char="•"/>
              <a:defRPr sz="1725">
                <a:solidFill>
                  <a:srgbClr val="102531"/>
                </a:solidFill>
                <a:latin typeface="Malgun Gothic"/>
                <a:ea typeface="Malgun Gothic"/>
                <a:cs typeface="Malgun Gothic"/>
              </a:defRPr>
            </a:pPr>
            <a:r>
              <a:rPr sz="1725">
                <a:solidFill>
                  <a:srgbClr val="102531"/>
                </a:solidFill>
                <a:latin typeface="Malgun Gothic"/>
                <a:ea typeface="Malgun Gothic"/>
                <a:cs typeface="Malgun Gothic"/>
              </a:rPr>
              <a:t>작업계획·학습모드 선택</a:t>
            </a:r>
          </a:p>
          <a:p xmlns:a="http://schemas.openxmlformats.org/drawingml/2006/main">
            <a:pPr marL="24" indent="-14">
              <a:spcAft>
                <a:spcPts val="13"/>
              </a:spcAft>
              <a:buChar char="•"/>
              <a:defRPr sz="1725">
                <a:solidFill>
                  <a:srgbClr val="102531"/>
                </a:solidFill>
                <a:latin typeface="Malgun Gothic"/>
                <a:ea typeface="Malgun Gothic"/>
                <a:cs typeface="Malgun Gothic"/>
              </a:defRPr>
            </a:pPr>
            <a:r>
              <a:rPr sz="1725">
                <a:solidFill>
                  <a:srgbClr val="102531"/>
                </a:solidFill>
                <a:latin typeface="Malgun Gothic"/>
                <a:ea typeface="Malgun Gothic"/>
                <a:cs typeface="Malgun Gothic"/>
              </a:rPr>
              <a:t>PPE 검사·착용·오답 처리</a:t>
            </a:r>
          </a:p>
          <a:p xmlns:a="http://schemas.openxmlformats.org/drawingml/2006/main">
            <a:pPr marL="24" indent="-14">
              <a:spcAft>
                <a:spcPts val="13"/>
              </a:spcAft>
              <a:buChar char="•"/>
              <a:defRPr sz="1725">
                <a:solidFill>
                  <a:srgbClr val="102531"/>
                </a:solidFill>
                <a:latin typeface="Malgun Gothic"/>
                <a:ea typeface="Malgun Gothic"/>
                <a:cs typeface="Malgun Gothic"/>
              </a:defRPr>
            </a:pPr>
            <a:r>
              <a:rPr sz="1725">
                <a:solidFill>
                  <a:srgbClr val="102531"/>
                </a:solidFill>
                <a:latin typeface="Malgun Gothic"/>
                <a:ea typeface="Malgun Gothic"/>
                <a:cs typeface="Malgun Gothic"/>
              </a:rPr>
              <a:t>퀴즈·완료시간·행동 기록</a:t>
            </a:r>
          </a:p>
        </p:txBody>
      </p:sp>
      <p:sp>
        <p:nvSpPr>
          <p:cNvPr id="8" name="closing-next-en">
            <a:extLst xmlns:a="http://schemas.openxmlformats.org/drawingml/2006/main">
              <a:ext uri="{FF2B5EF4-FFF2-40B4-BE49-F238E27FC236}">
                <a16:creationId xmlns:a16="http://schemas.microsoft.com/office/drawing/2014/main" id="{4811990D-5E99-478F-9FAF-E6BB32F36B40}"/>
              </a:ext>
            </a:extLst>
          </p:cNvPr>
          <p:cNvSpPr>
            <a:spLocks xmlns:a="http://schemas.openxmlformats.org/drawingml/2006/main" noGrp="1"/>
          </p:cNvSpPr>
          <p:nvPr/>
        </p:nvSpPr>
        <p:spPr>
          <a:xfrm xmlns:a="http://schemas.openxmlformats.org/drawingml/2006/main">
            <a:off x="6457950" y="1752600"/>
            <a:ext cx="171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350" b="1">
                <a:solidFill>
                  <a:srgbClr val="B78300"/>
                </a:solidFill>
                <a:latin typeface="Malgun Gothic"/>
                <a:ea typeface="Malgun Gothic"/>
                <a:cs typeface="Malgun Gothic"/>
              </a:defRPr>
            </a:pPr>
            <a:r>
              <a:rPr sz="1350" b="1">
                <a:solidFill>
                  <a:srgbClr val="B78300"/>
                </a:solidFill>
                <a:latin typeface="Malgun Gothic"/>
                <a:ea typeface="Malgun Gothic"/>
                <a:cs typeface="Malgun Gothic"/>
              </a:rPr>
              <a:t>SERVER</a:t>
            </a:r>
          </a:p>
        </p:txBody>
      </p:sp>
      <p:sp>
        <p:nvSpPr>
          <p:cNvPr id="9" name="closing-next-head">
            <a:extLst xmlns:a="http://schemas.openxmlformats.org/drawingml/2006/main">
              <a:ext uri="{FF2B5EF4-FFF2-40B4-BE49-F238E27FC236}">
                <a16:creationId xmlns:a16="http://schemas.microsoft.com/office/drawing/2014/main" id="{60558BE6-3D9A-49F4-ABEC-34291AFCAF9A}"/>
              </a:ext>
            </a:extLst>
          </p:cNvPr>
          <p:cNvSpPr>
            <a:spLocks xmlns:a="http://schemas.openxmlformats.org/drawingml/2006/main" noGrp="1"/>
          </p:cNvSpPr>
          <p:nvPr/>
        </p:nvSpPr>
        <p:spPr>
          <a:xfrm xmlns:a="http://schemas.openxmlformats.org/drawingml/2006/main">
            <a:off x="6457950" y="2105025"/>
            <a:ext cx="4286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2400" b="1">
                <a:solidFill>
                  <a:srgbClr val="102531"/>
                </a:solidFill>
                <a:latin typeface="Malgun Gothic"/>
                <a:ea typeface="Malgun Gothic"/>
                <a:cs typeface="Malgun Gothic"/>
              </a:defRPr>
            </a:pPr>
            <a:r>
              <a:rPr sz="2400" b="1">
                <a:solidFill>
                  <a:srgbClr val="102531"/>
                </a:solidFill>
                <a:latin typeface="Malgun Gothic"/>
                <a:ea typeface="Malgun Gothic"/>
                <a:cs typeface="Malgun Gothic"/>
              </a:rPr>
              <a:t>기록·조회 기능</a:t>
            </a:r>
          </a:p>
        </p:txBody>
      </p:sp>
      <p:sp>
        <p:nvSpPr>
          <p:cNvPr id="10" name="closing-next-list">
            <a:extLst xmlns:a="http://schemas.openxmlformats.org/drawingml/2006/main">
              <a:ext uri="{FF2B5EF4-FFF2-40B4-BE49-F238E27FC236}">
                <a16:creationId xmlns:a16="http://schemas.microsoft.com/office/drawing/2014/main" id="{42446D7A-8164-4501-B7DF-2B783FCE0D27}"/>
              </a:ext>
            </a:extLst>
          </p:cNvPr>
          <p:cNvSpPr>
            <a:spLocks xmlns:a="http://schemas.openxmlformats.org/drawingml/2006/main" noGrp="1"/>
          </p:cNvSpPr>
          <p:nvPr/>
        </p:nvSpPr>
        <p:spPr>
          <a:xfrm xmlns:a="http://schemas.openxmlformats.org/drawingml/2006/main">
            <a:off x="6457950" y="2800350"/>
            <a:ext cx="4762500" cy="1952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marL="24" indent="-14">
              <a:spcAft>
                <a:spcPts val="13"/>
              </a:spcAft>
              <a:buChar char="•"/>
              <a:defRPr sz="1725">
                <a:solidFill>
                  <a:srgbClr val="102531"/>
                </a:solidFill>
                <a:latin typeface="Malgun Gothic"/>
                <a:ea typeface="Malgun Gothic"/>
                <a:cs typeface="Malgun Gothic"/>
              </a:defRPr>
            </a:pPr>
            <a:r>
              <a:rPr sz="1725">
                <a:solidFill>
                  <a:srgbClr val="102531"/>
                </a:solidFill>
                <a:latin typeface="Malgun Gothic"/>
                <a:ea typeface="Malgun Gothic"/>
                <a:cs typeface="Malgun Gothic"/>
              </a:rPr>
              <a:t>훈련 세션·행동 이벤트 수신</a:t>
            </a:r>
          </a:p>
          <a:p xmlns:a="http://schemas.openxmlformats.org/drawingml/2006/main">
            <a:pPr marL="24" indent="-14">
              <a:spcAft>
                <a:spcPts val="13"/>
              </a:spcAft>
              <a:buChar char="•"/>
              <a:defRPr sz="1725">
                <a:solidFill>
                  <a:srgbClr val="102531"/>
                </a:solidFill>
                <a:latin typeface="Malgun Gothic"/>
                <a:ea typeface="Malgun Gothic"/>
                <a:cs typeface="Malgun Gothic"/>
              </a:defRPr>
            </a:pPr>
            <a:r>
              <a:rPr sz="1725">
                <a:solidFill>
                  <a:srgbClr val="102531"/>
                </a:solidFill>
                <a:latin typeface="Malgun Gothic"/>
                <a:ea typeface="Malgun Gothic"/>
                <a:cs typeface="Malgun Gothic"/>
              </a:rPr>
              <a:t>MySQL 저장과 원본 조회</a:t>
            </a:r>
          </a:p>
          <a:p xmlns:a="http://schemas.openxmlformats.org/drawingml/2006/main">
            <a:pPr marL="24" indent="-14">
              <a:spcAft>
                <a:spcPts val="13"/>
              </a:spcAft>
              <a:buChar char="•"/>
              <a:defRPr sz="1725">
                <a:solidFill>
                  <a:srgbClr val="102531"/>
                </a:solidFill>
                <a:latin typeface="Malgun Gothic"/>
                <a:ea typeface="Malgun Gothic"/>
                <a:cs typeface="Malgun Gothic"/>
              </a:defRPr>
            </a:pPr>
            <a:r>
              <a:rPr sz="1725">
                <a:solidFill>
                  <a:srgbClr val="102531"/>
                </a:solidFill>
                <a:latin typeface="Malgun Gothic"/>
                <a:ea typeface="Malgun Gothic"/>
                <a:cs typeface="Malgun Gothic"/>
              </a:rPr>
              <a:t>대시보드용 집계 기반</a:t>
            </a:r>
          </a:p>
        </p:txBody>
      </p:sp>
      <p:sp>
        <p:nvSpPr>
          <p:cNvPr id="11" name="closing-boundary">
            <a:extLst xmlns:a="http://schemas.openxmlformats.org/drawingml/2006/main">
              <a:ext uri="{FF2B5EF4-FFF2-40B4-BE49-F238E27FC236}">
                <a16:creationId xmlns:a16="http://schemas.microsoft.com/office/drawing/2014/main" id="{98756537-ECD5-40F8-A019-DED2D0E7CDCC}"/>
              </a:ext>
            </a:extLst>
          </p:cNvPr>
          <p:cNvSpPr>
            <a:spLocks xmlns:a="http://schemas.openxmlformats.org/drawingml/2006/main" noGrp="1"/>
          </p:cNvSpPr>
          <p:nvPr/>
        </p:nvSpPr>
        <p:spPr>
          <a:xfrm xmlns:a="http://schemas.openxmlformats.org/drawingml/2006/main">
            <a:off x="571500" y="5067300"/>
            <a:ext cx="1104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0">
                <a:solidFill>
                  <a:srgbClr val="546874"/>
                </a:solidFill>
                <a:latin typeface="Malgun Gothic"/>
                <a:ea typeface="Malgun Gothic"/>
                <a:cs typeface="Malgun Gothic"/>
              </a:defRPr>
            </a:pPr>
            <a:r>
              <a:rPr sz="1200" b="0">
                <a:solidFill>
                  <a:srgbClr val="546874"/>
                </a:solidFill>
                <a:latin typeface="Malgun Gothic"/>
                <a:ea typeface="Malgun Gothic"/>
                <a:cs typeface="Malgun Gothic"/>
              </a:rPr>
              <a:t>※ 실제 Quest 전체 조합의 통합 실행은 최종 점검 단계입니다.</a:t>
            </a:r>
          </a:p>
        </p:txBody>
      </p:sp>
      <p:sp>
        <p:nvSpPr>
          <p:cNvPr id="12" name="">
            <a:extLst xmlns:a="http://schemas.openxmlformats.org/drawingml/2006/main">
              <a:ext uri="{FF2B5EF4-FFF2-40B4-BE49-F238E27FC236}">
                <a16:creationId xmlns:a16="http://schemas.microsoft.com/office/drawing/2014/main" id="{46B16797-0335-4D0F-AF1C-0DECD640FF67}"/>
              </a:ext>
            </a:extLst>
          </p:cNvPr>
          <p:cNvSpPr>
            <a:spLocks xmlns:a="http://schemas.openxmlformats.org/drawingml/2006/main" noGrp="1"/>
          </p:cNvSpPr>
          <p:nvPr/>
        </p:nvSpPr>
        <p:spPr>
          <a:xfrm xmlns:a="http://schemas.openxmlformats.org/drawingml/2006/main">
            <a:off x="0" y="5600700"/>
            <a:ext cx="12192000" cy="1257300"/>
          </a:xfrm>
          <a:prstGeom xmlns:a="http://schemas.openxmlformats.org/drawingml/2006/main" prst="rect">
            <a:avLst/>
          </a:prstGeom>
          <a:solidFill xmlns:a="http://schemas.openxmlformats.org/drawingml/2006/main">
            <a:srgbClr val="0D2A3A"/>
          </a:solidFill>
          <a:ln xmlns:a="http://schemas.openxmlformats.org/drawingml/2006/main" w="0">
            <a:noFill/>
            <a:prstDash val="solid"/>
          </a:ln>
        </p:spPr>
      </p:sp>
      <p:sp>
        <p:nvSpPr>
          <p:cNvPr id="13" name="closing-goal-label">
            <a:extLst xmlns:a="http://schemas.openxmlformats.org/drawingml/2006/main">
              <a:ext uri="{FF2B5EF4-FFF2-40B4-BE49-F238E27FC236}">
                <a16:creationId xmlns:a16="http://schemas.microsoft.com/office/drawing/2014/main" id="{211B467E-686D-4B9C-885F-4AFD6F7B7F01}"/>
              </a:ext>
            </a:extLst>
          </p:cNvPr>
          <p:cNvSpPr>
            <a:spLocks xmlns:a="http://schemas.openxmlformats.org/drawingml/2006/main" noGrp="1"/>
          </p:cNvSpPr>
          <p:nvPr/>
        </p:nvSpPr>
        <p:spPr>
          <a:xfrm xmlns:a="http://schemas.openxmlformats.org/drawingml/2006/main">
            <a:off x="571500" y="5829300"/>
            <a:ext cx="1524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500" b="1">
                <a:solidFill>
                  <a:srgbClr val="F4C243"/>
                </a:solidFill>
                <a:latin typeface="Malgun Gothic"/>
                <a:ea typeface="Malgun Gothic"/>
                <a:cs typeface="Malgun Gothic"/>
              </a:defRPr>
            </a:pPr>
            <a:r>
              <a:rPr sz="1500" b="1">
                <a:solidFill>
                  <a:srgbClr val="F4C243"/>
                </a:solidFill>
                <a:latin typeface="Malgun Gothic"/>
                <a:ea typeface="Malgun Gothic"/>
                <a:cs typeface="Malgun Gothic"/>
              </a:rPr>
              <a:t>구현 구조</a:t>
            </a:r>
          </a:p>
        </p:txBody>
      </p:sp>
      <p:sp>
        <p:nvSpPr>
          <p:cNvPr id="14" name="closing-goal">
            <a:extLst xmlns:a="http://schemas.openxmlformats.org/drawingml/2006/main">
              <a:ext uri="{FF2B5EF4-FFF2-40B4-BE49-F238E27FC236}">
                <a16:creationId xmlns:a16="http://schemas.microsoft.com/office/drawing/2014/main" id="{DD8CC006-41C8-430D-BD67-AFC64D932CCB}"/>
              </a:ext>
            </a:extLst>
          </p:cNvPr>
          <p:cNvSpPr>
            <a:spLocks xmlns:a="http://schemas.openxmlformats.org/drawingml/2006/main" noGrp="1"/>
          </p:cNvSpPr>
          <p:nvPr/>
        </p:nvSpPr>
        <p:spPr>
          <a:xfrm xmlns:a="http://schemas.openxmlformats.org/drawingml/2006/main">
            <a:off x="571500" y="6191250"/>
            <a:ext cx="1066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2175" b="1">
                <a:solidFill>
                  <a:srgbClr val="FFFFFF"/>
                </a:solidFill>
                <a:latin typeface="Malgun Gothic"/>
                <a:ea typeface="Malgun Gothic"/>
                <a:cs typeface="Malgun Gothic"/>
              </a:defRPr>
            </a:pPr>
            <a:r>
              <a:rPr sz="2175" b="1">
                <a:solidFill>
                  <a:srgbClr val="FFFFFF"/>
                </a:solidFill>
                <a:latin typeface="Malgun Gothic"/>
                <a:ea typeface="Malgun Gothic"/>
                <a:cs typeface="Malgun Gothic"/>
              </a:rPr>
              <a:t>VR 훈련 → 수행 기록 → 서버 저장 → 관리자 조회</a:t>
            </a:r>
          </a:p>
        </p:txBody>
      </p:sp>
      <p:sp>
        <p:nvSpPr>
          <p:cNvPr id="15" name="closing-page">
            <a:extLst xmlns:a="http://schemas.openxmlformats.org/drawingml/2006/main">
              <a:ext uri="{FF2B5EF4-FFF2-40B4-BE49-F238E27FC236}">
                <a16:creationId xmlns:a16="http://schemas.microsoft.com/office/drawing/2014/main" id="{FA06F565-20FE-4333-B571-1C7A244E8CD0}"/>
              </a:ext>
            </a:extLst>
          </p:cNvPr>
          <p:cNvSpPr>
            <a:spLocks xmlns:a="http://schemas.openxmlformats.org/drawingml/2006/main" noGrp="1"/>
          </p:cNvSpPr>
          <p:nvPr/>
        </p:nvSpPr>
        <p:spPr>
          <a:xfrm xmlns:a="http://schemas.openxmlformats.org/drawingml/2006/main">
            <a:off x="11049000" y="6572250"/>
            <a:ext cx="57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buNone/>
              <a:defRPr sz="975" b="1">
                <a:solidFill>
                  <a:srgbClr val="FFFFFF"/>
                </a:solidFill>
                <a:latin typeface="Malgun Gothic"/>
                <a:ea typeface="Malgun Gothic"/>
                <a:cs typeface="Malgun Gothic"/>
              </a:defRPr>
            </a:pPr>
            <a:r>
              <a:rPr sz="975" b="1">
                <a:solidFill>
                  <a:srgbClr val="FFFFFF"/>
                </a:solidFill>
                <a:latin typeface="Malgun Gothic"/>
                <a:ea typeface="Malgun Gothic"/>
                <a:cs typeface="Malgun Gothic"/>
              </a:rPr>
              <a:t>05</a:t>
            </a:r>
          </a:p>
        </p:txBody>
      </p:sp>
    </p:spTree>
    <p:extLst>
      <p:ext uri="{BB962C8B-B14F-4D97-AF65-F5344CB8AC3E}">
        <p14:creationId xmlns:p14="http://schemas.microsoft.com/office/powerpoint/2010/main" val="221905549"/>
      </p:ext>
    </p:extLst>
  </p:cSld>
</p:sld>
</file>

<file path=ppt/slides/slide6.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16" name="closing-title">
            <a:extLst xmlns:a="http://schemas.openxmlformats.org/drawingml/2006/main">
              <a:ext uri="{FF2B5EF4-FFF2-40B4-BE49-F238E27FC236}">
                <a16:creationId xmlns:a16="http://schemas.microsoft.com/office/drawing/2014/main" id="{FFBE1397-716E-4C0C-9AA3-DF840E1916CC}"/>
              </a:ext>
            </a:extLst>
          </p:cNvPr>
          <p:cNvSpPr>
            <a:spLocks xmlns:a="http://schemas.openxmlformats.org/drawingml/2006/main" noGrp="1"/>
          </p:cNvSpPr>
          <p:nvPr/>
        </p:nvSpPr>
        <p:spPr>
          <a:xfrm xmlns:a="http://schemas.openxmlformats.org/drawingml/2006/main">
            <a:off x="571500" y="438150"/>
            <a:ext cx="11049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3225" b="1">
                <a:solidFill>
                  <a:srgbClr val="102531"/>
                </a:solidFill>
                <a:latin typeface="Malgun Gothic"/>
                <a:ea typeface="Malgun Gothic"/>
                <a:cs typeface="Malgun Gothic"/>
              </a:defRPr>
            </a:pPr>
            <a:r>
              <a:rPr sz="3225" b="1">
                <a:solidFill>
                  <a:srgbClr val="102531"/>
                </a:solidFill>
                <a:latin typeface="Malgun Gothic"/>
                <a:ea typeface="Malgun Gothic"/>
                <a:cs typeface="Malgun Gothic"/>
              </a:rPr>
              <a:t>오늘 시연에서는 이 세 가지를 확인합니다</a:t>
            </a:r>
          </a:p>
        </p:txBody>
      </p:sp>
      <p:sp>
        <p:nvSpPr>
          <p:cNvPr id="2" name="closing-subtitle">
            <a:extLst xmlns:a="http://schemas.openxmlformats.org/drawingml/2006/main">
              <a:ext uri="{FF2B5EF4-FFF2-40B4-BE49-F238E27FC236}">
                <a16:creationId xmlns:a16="http://schemas.microsoft.com/office/drawing/2014/main" id="{0B849196-B11D-4E8D-9759-987BA861FEBD}"/>
              </a:ext>
            </a:extLst>
          </p:cNvPr>
          <p:cNvSpPr>
            <a:spLocks xmlns:a="http://schemas.openxmlformats.org/drawingml/2006/main" noGrp="1"/>
          </p:cNvSpPr>
          <p:nvPr/>
        </p:nvSpPr>
        <p:spPr>
          <a:xfrm xmlns:a="http://schemas.openxmlformats.org/drawingml/2006/main">
            <a:off x="571500" y="1066800"/>
            <a:ext cx="8763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500" b="0">
                <a:solidFill>
                  <a:srgbClr val="546874"/>
                </a:solidFill>
                <a:latin typeface="Malgun Gothic"/>
                <a:ea typeface="Malgun Gothic"/>
                <a:cs typeface="Malgun Gothic"/>
              </a:defRPr>
            </a:pPr>
            <a:r>
              <a:rPr sz="1500" b="0">
                <a:solidFill>
                  <a:srgbClr val="546874"/>
                </a:solidFill>
                <a:latin typeface="Malgun Gothic"/>
                <a:ea typeface="Malgun Gothic"/>
                <a:cs typeface="Malgun Gothic"/>
              </a:rPr>
              <a:t>화면 설명보다 실제 사용자 동작과 시스템 연결을 중심으로 보여드립니다</a:t>
            </a:r>
          </a:p>
        </p:txBody>
      </p:sp>
      <p:sp>
        <p:nvSpPr>
          <p:cNvPr id="3" name="">
            <a:extLst xmlns:a="http://schemas.openxmlformats.org/drawingml/2006/main">
              <a:ext uri="{FF2B5EF4-FFF2-40B4-BE49-F238E27FC236}">
                <a16:creationId xmlns:a16="http://schemas.microsoft.com/office/drawing/2014/main" id="{4CB38CA5-A36B-40AF-B298-1B113E410D81}"/>
              </a:ext>
            </a:extLst>
          </p:cNvPr>
          <p:cNvSpPr>
            <a:spLocks xmlns:a="http://schemas.openxmlformats.org/drawingml/2006/main" noGrp="1"/>
          </p:cNvSpPr>
          <p:nvPr/>
        </p:nvSpPr>
        <p:spPr>
          <a:xfrm xmlns:a="http://schemas.openxmlformats.org/drawingml/2006/main">
            <a:off x="571500" y="1771650"/>
            <a:ext cx="76200" cy="3028950"/>
          </a:xfrm>
          <a:prstGeom xmlns:a="http://schemas.openxmlformats.org/drawingml/2006/main" prst="rect">
            <a:avLst/>
          </a:prstGeom>
          <a:solidFill xmlns:a="http://schemas.openxmlformats.org/drawingml/2006/main">
            <a:srgbClr val="00A88A"/>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C44E1BBB-9652-41E6-82AA-72A4E831838A}"/>
              </a:ext>
            </a:extLst>
          </p:cNvPr>
          <p:cNvSpPr>
            <a:spLocks xmlns:a="http://schemas.openxmlformats.org/drawingml/2006/main" noGrp="1"/>
          </p:cNvSpPr>
          <p:nvPr/>
        </p:nvSpPr>
        <p:spPr>
          <a:xfrm xmlns:a="http://schemas.openxmlformats.org/drawingml/2006/main">
            <a:off x="6153150" y="1771650"/>
            <a:ext cx="76200" cy="3028950"/>
          </a:xfrm>
          <a:prstGeom xmlns:a="http://schemas.openxmlformats.org/drawingml/2006/main" prst="rect">
            <a:avLst/>
          </a:prstGeom>
          <a:solidFill xmlns:a="http://schemas.openxmlformats.org/drawingml/2006/main">
            <a:srgbClr val="F4C243"/>
          </a:solidFill>
          <a:ln xmlns:a="http://schemas.openxmlformats.org/drawingml/2006/main" w="0">
            <a:noFill/>
            <a:prstDash val="solid"/>
          </a:ln>
        </p:spPr>
      </p:sp>
      <p:sp>
        <p:nvSpPr>
          <p:cNvPr id="5" name="closing-current-en">
            <a:extLst xmlns:a="http://schemas.openxmlformats.org/drawingml/2006/main">
              <a:ext uri="{FF2B5EF4-FFF2-40B4-BE49-F238E27FC236}">
                <a16:creationId xmlns:a16="http://schemas.microsoft.com/office/drawing/2014/main" id="{C65F4C34-42D7-4F70-A050-25ABC5AEA56B}"/>
              </a:ext>
            </a:extLst>
          </p:cNvPr>
          <p:cNvSpPr>
            <a:spLocks xmlns:a="http://schemas.openxmlformats.org/drawingml/2006/main" noGrp="1"/>
          </p:cNvSpPr>
          <p:nvPr/>
        </p:nvSpPr>
        <p:spPr>
          <a:xfrm xmlns:a="http://schemas.openxmlformats.org/drawingml/2006/main">
            <a:off x="876300" y="1752600"/>
            <a:ext cx="171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350" b="1">
                <a:solidFill>
                  <a:srgbClr val="00A88A"/>
                </a:solidFill>
                <a:latin typeface="Malgun Gothic"/>
                <a:ea typeface="Malgun Gothic"/>
                <a:cs typeface="Malgun Gothic"/>
              </a:defRPr>
            </a:pPr>
            <a:r>
              <a:rPr sz="1350" b="1">
                <a:solidFill>
                  <a:srgbClr val="00A88A"/>
                </a:solidFill>
                <a:latin typeface="Malgun Gothic"/>
                <a:ea typeface="Malgun Gothic"/>
                <a:cs typeface="Malgun Gothic"/>
              </a:rPr>
              <a:t>IN VR</a:t>
            </a:r>
          </a:p>
        </p:txBody>
      </p:sp>
      <p:sp>
        <p:nvSpPr>
          <p:cNvPr id="6" name="closing-current-head">
            <a:extLst xmlns:a="http://schemas.openxmlformats.org/drawingml/2006/main">
              <a:ext uri="{FF2B5EF4-FFF2-40B4-BE49-F238E27FC236}">
                <a16:creationId xmlns:a16="http://schemas.microsoft.com/office/drawing/2014/main" id="{4B2F11FE-CAD7-4ECF-90ED-A158734CCE14}"/>
              </a:ext>
            </a:extLst>
          </p:cNvPr>
          <p:cNvSpPr>
            <a:spLocks xmlns:a="http://schemas.openxmlformats.org/drawingml/2006/main" noGrp="1"/>
          </p:cNvSpPr>
          <p:nvPr/>
        </p:nvSpPr>
        <p:spPr>
          <a:xfrm xmlns:a="http://schemas.openxmlformats.org/drawingml/2006/main">
            <a:off x="876300" y="2105025"/>
            <a:ext cx="4000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2400" b="1">
                <a:solidFill>
                  <a:srgbClr val="102531"/>
                </a:solidFill>
                <a:latin typeface="Malgun Gothic"/>
                <a:ea typeface="Malgun Gothic"/>
                <a:cs typeface="Malgun Gothic"/>
              </a:defRPr>
            </a:pPr>
            <a:r>
              <a:rPr sz="2400" b="1">
                <a:solidFill>
                  <a:srgbClr val="102531"/>
                </a:solidFill>
                <a:latin typeface="Malgun Gothic"/>
                <a:ea typeface="Malgun Gothic"/>
                <a:cs typeface="Malgun Gothic"/>
              </a:rPr>
              <a:t>사용자 동작</a:t>
            </a:r>
          </a:p>
        </p:txBody>
      </p:sp>
      <p:sp>
        <p:nvSpPr>
          <p:cNvPr id="7" name="closing-current-list">
            <a:extLst xmlns:a="http://schemas.openxmlformats.org/drawingml/2006/main">
              <a:ext uri="{FF2B5EF4-FFF2-40B4-BE49-F238E27FC236}">
                <a16:creationId xmlns:a16="http://schemas.microsoft.com/office/drawing/2014/main" id="{81716450-083B-44B3-B417-BDC0CF1507C2}"/>
              </a:ext>
            </a:extLst>
          </p:cNvPr>
          <p:cNvSpPr>
            <a:spLocks xmlns:a="http://schemas.openxmlformats.org/drawingml/2006/main" noGrp="1"/>
          </p:cNvSpPr>
          <p:nvPr/>
        </p:nvSpPr>
        <p:spPr>
          <a:xfrm xmlns:a="http://schemas.openxmlformats.org/drawingml/2006/main">
            <a:off x="876300" y="2800350"/>
            <a:ext cx="4476750" cy="1952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marL="24" indent="-14">
              <a:spcAft>
                <a:spcPts val="13"/>
              </a:spcAft>
              <a:buChar char="•"/>
              <a:defRPr sz="1725">
                <a:solidFill>
                  <a:srgbClr val="102531"/>
                </a:solidFill>
                <a:latin typeface="Malgun Gothic"/>
                <a:ea typeface="Malgun Gothic"/>
                <a:cs typeface="Malgun Gothic"/>
              </a:defRPr>
            </a:pPr>
            <a:r>
              <a:rPr sz="1725">
                <a:solidFill>
                  <a:srgbClr val="102531"/>
                </a:solidFill>
                <a:latin typeface="Malgun Gothic"/>
                <a:ea typeface="Malgun Gothic"/>
                <a:cs typeface="Malgun Gothic"/>
              </a:rPr>
              <a:t>작업계획을 직접 선택한다</a:t>
            </a:r>
          </a:p>
          <a:p xmlns:a="http://schemas.openxmlformats.org/drawingml/2006/main">
            <a:pPr marL="24" indent="-14">
              <a:spcAft>
                <a:spcPts val="13"/>
              </a:spcAft>
              <a:buChar char="•"/>
              <a:defRPr sz="1725">
                <a:solidFill>
                  <a:srgbClr val="102531"/>
                </a:solidFill>
                <a:latin typeface="Malgun Gothic"/>
                <a:ea typeface="Malgun Gothic"/>
                <a:cs typeface="Malgun Gothic"/>
              </a:defRPr>
            </a:pPr>
            <a:r>
              <a:rPr sz="1725">
                <a:solidFill>
                  <a:srgbClr val="102531"/>
                </a:solidFill>
                <a:latin typeface="Malgun Gothic"/>
                <a:ea typeface="Malgun Gothic"/>
                <a:cs typeface="Malgun Gothic"/>
              </a:rPr>
              <a:t>PPE를 검사하고 올바르게 착용한다</a:t>
            </a:r>
          </a:p>
          <a:p xmlns:a="http://schemas.openxmlformats.org/drawingml/2006/main">
            <a:pPr marL="24" indent="-14">
              <a:spcAft>
                <a:spcPts val="13"/>
              </a:spcAft>
              <a:buChar char="•"/>
              <a:defRPr sz="1725">
                <a:solidFill>
                  <a:srgbClr val="102531"/>
                </a:solidFill>
                <a:latin typeface="Malgun Gothic"/>
                <a:ea typeface="Malgun Gothic"/>
                <a:cs typeface="Malgun Gothic"/>
              </a:defRPr>
            </a:pPr>
            <a:r>
              <a:rPr sz="1725">
                <a:solidFill>
                  <a:srgbClr val="102531"/>
                </a:solidFill>
                <a:latin typeface="Malgun Gothic"/>
                <a:ea typeface="Malgun Gothic"/>
                <a:cs typeface="Malgun Gothic"/>
              </a:rPr>
              <a:t>오답·퀴즈·완료 결과를 남긴다</a:t>
            </a:r>
          </a:p>
        </p:txBody>
      </p:sp>
      <p:sp>
        <p:nvSpPr>
          <p:cNvPr id="8" name="closing-next-en">
            <a:extLst xmlns:a="http://schemas.openxmlformats.org/drawingml/2006/main">
              <a:ext uri="{FF2B5EF4-FFF2-40B4-BE49-F238E27FC236}">
                <a16:creationId xmlns:a16="http://schemas.microsoft.com/office/drawing/2014/main" id="{4811990D-5E99-478F-9FAF-E6BB32F36B40}"/>
              </a:ext>
            </a:extLst>
          </p:cNvPr>
          <p:cNvSpPr>
            <a:spLocks xmlns:a="http://schemas.openxmlformats.org/drawingml/2006/main" noGrp="1"/>
          </p:cNvSpPr>
          <p:nvPr/>
        </p:nvSpPr>
        <p:spPr>
          <a:xfrm xmlns:a="http://schemas.openxmlformats.org/drawingml/2006/main">
            <a:off x="6457950" y="1752600"/>
            <a:ext cx="171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350" b="1">
                <a:solidFill>
                  <a:srgbClr val="B78300"/>
                </a:solidFill>
                <a:latin typeface="Malgun Gothic"/>
                <a:ea typeface="Malgun Gothic"/>
                <a:cs typeface="Malgun Gothic"/>
              </a:defRPr>
            </a:pPr>
            <a:r>
              <a:rPr sz="1350" b="1">
                <a:solidFill>
                  <a:srgbClr val="B78300"/>
                </a:solidFill>
                <a:latin typeface="Malgun Gothic"/>
                <a:ea typeface="Malgun Gothic"/>
                <a:cs typeface="Malgun Gothic"/>
              </a:rPr>
              <a:t>SYSTEM</a:t>
            </a:r>
          </a:p>
        </p:txBody>
      </p:sp>
      <p:sp>
        <p:nvSpPr>
          <p:cNvPr id="9" name="closing-next-head">
            <a:extLst xmlns:a="http://schemas.openxmlformats.org/drawingml/2006/main">
              <a:ext uri="{FF2B5EF4-FFF2-40B4-BE49-F238E27FC236}">
                <a16:creationId xmlns:a16="http://schemas.microsoft.com/office/drawing/2014/main" id="{60558BE6-3D9A-49F4-ABEC-34291AFCAF9A}"/>
              </a:ext>
            </a:extLst>
          </p:cNvPr>
          <p:cNvSpPr>
            <a:spLocks xmlns:a="http://schemas.openxmlformats.org/drawingml/2006/main" noGrp="1"/>
          </p:cNvSpPr>
          <p:nvPr/>
        </p:nvSpPr>
        <p:spPr>
          <a:xfrm xmlns:a="http://schemas.openxmlformats.org/drawingml/2006/main">
            <a:off x="6457950" y="2105025"/>
            <a:ext cx="4286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2400" b="1">
                <a:solidFill>
                  <a:srgbClr val="102531"/>
                </a:solidFill>
                <a:latin typeface="Malgun Gothic"/>
                <a:ea typeface="Malgun Gothic"/>
                <a:cs typeface="Malgun Gothic"/>
              </a:defRPr>
            </a:pPr>
            <a:r>
              <a:rPr sz="2400" b="1">
                <a:solidFill>
                  <a:srgbClr val="102531"/>
                </a:solidFill>
                <a:latin typeface="Malgun Gothic"/>
                <a:ea typeface="Malgun Gothic"/>
                <a:cs typeface="Malgun Gothic"/>
              </a:rPr>
              <a:t>데이터 연결</a:t>
            </a:r>
          </a:p>
        </p:txBody>
      </p:sp>
      <p:sp>
        <p:nvSpPr>
          <p:cNvPr id="10" name="closing-next-list">
            <a:extLst xmlns:a="http://schemas.openxmlformats.org/drawingml/2006/main">
              <a:ext uri="{FF2B5EF4-FFF2-40B4-BE49-F238E27FC236}">
                <a16:creationId xmlns:a16="http://schemas.microsoft.com/office/drawing/2014/main" id="{42446D7A-8164-4501-B7DF-2B783FCE0D27}"/>
              </a:ext>
            </a:extLst>
          </p:cNvPr>
          <p:cNvSpPr>
            <a:spLocks xmlns:a="http://schemas.openxmlformats.org/drawingml/2006/main" noGrp="1"/>
          </p:cNvSpPr>
          <p:nvPr/>
        </p:nvSpPr>
        <p:spPr>
          <a:xfrm xmlns:a="http://schemas.openxmlformats.org/drawingml/2006/main">
            <a:off x="6457950" y="2800350"/>
            <a:ext cx="4762500" cy="1952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marL="24" indent="-14">
              <a:spcAft>
                <a:spcPts val="13"/>
              </a:spcAft>
              <a:buChar char="•"/>
              <a:defRPr sz="1725">
                <a:solidFill>
                  <a:srgbClr val="102531"/>
                </a:solidFill>
                <a:latin typeface="Malgun Gothic"/>
                <a:ea typeface="Malgun Gothic"/>
                <a:cs typeface="Malgun Gothic"/>
              </a:defRPr>
            </a:pPr>
            <a:r>
              <a:rPr sz="1725">
                <a:solidFill>
                  <a:srgbClr val="102531"/>
                </a:solidFill>
                <a:latin typeface="Malgun Gothic"/>
                <a:ea typeface="Malgun Gothic"/>
                <a:cs typeface="Malgun Gothic"/>
              </a:rPr>
              <a:t>세션과 행동 이벤트가 생성된다</a:t>
            </a:r>
          </a:p>
          <a:p xmlns:a="http://schemas.openxmlformats.org/drawingml/2006/main">
            <a:pPr marL="24" indent="-14">
              <a:spcAft>
                <a:spcPts val="13"/>
              </a:spcAft>
              <a:buChar char="•"/>
              <a:defRPr sz="1725">
                <a:solidFill>
                  <a:srgbClr val="102531"/>
                </a:solidFill>
                <a:latin typeface="Malgun Gothic"/>
                <a:ea typeface="Malgun Gothic"/>
                <a:cs typeface="Malgun Gothic"/>
              </a:defRPr>
            </a:pPr>
            <a:r>
              <a:rPr sz="1725">
                <a:solidFill>
                  <a:srgbClr val="102531"/>
                </a:solidFill>
                <a:latin typeface="Malgun Gothic"/>
                <a:ea typeface="Malgun Gothic"/>
                <a:cs typeface="Malgun Gothic"/>
              </a:rPr>
              <a:t>기록을 서버로 전송한다</a:t>
            </a:r>
          </a:p>
          <a:p xmlns:a="http://schemas.openxmlformats.org/drawingml/2006/main">
            <a:pPr marL="24" indent="-14">
              <a:spcAft>
                <a:spcPts val="13"/>
              </a:spcAft>
              <a:buChar char="•"/>
              <a:defRPr sz="1725">
                <a:solidFill>
                  <a:srgbClr val="102531"/>
                </a:solidFill>
                <a:latin typeface="Malgun Gothic"/>
                <a:ea typeface="Malgun Gothic"/>
                <a:cs typeface="Malgun Gothic"/>
              </a:defRPr>
            </a:pPr>
            <a:r>
              <a:rPr sz="1725">
                <a:solidFill>
                  <a:srgbClr val="102531"/>
                </a:solidFill>
                <a:latin typeface="Malgun Gothic"/>
                <a:ea typeface="Malgun Gothic"/>
                <a:cs typeface="Malgun Gothic"/>
              </a:rPr>
              <a:t>관리 화면과 원본 기록을 대조한다</a:t>
            </a:r>
          </a:p>
        </p:txBody>
      </p:sp>
      <p:sp>
        <p:nvSpPr>
          <p:cNvPr id="11" name="closing-boundary">
            <a:extLst xmlns:a="http://schemas.openxmlformats.org/drawingml/2006/main">
              <a:ext uri="{FF2B5EF4-FFF2-40B4-BE49-F238E27FC236}">
                <a16:creationId xmlns:a16="http://schemas.microsoft.com/office/drawing/2014/main" id="{98756537-ECD5-40F8-A019-DED2D0E7CDCC}"/>
              </a:ext>
            </a:extLst>
          </p:cNvPr>
          <p:cNvSpPr>
            <a:spLocks xmlns:a="http://schemas.openxmlformats.org/drawingml/2006/main" noGrp="1"/>
          </p:cNvSpPr>
          <p:nvPr/>
        </p:nvSpPr>
        <p:spPr>
          <a:xfrm xmlns:a="http://schemas.openxmlformats.org/drawingml/2006/main">
            <a:off x="571500" y="5067300"/>
            <a:ext cx="1104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0">
                <a:solidFill>
                  <a:srgbClr val="546874"/>
                </a:solidFill>
                <a:latin typeface="Malgun Gothic"/>
                <a:ea typeface="Malgun Gothic"/>
                <a:cs typeface="Malgun Gothic"/>
              </a:defRPr>
            </a:pPr>
            <a:r>
              <a:rPr sz="1200" b="0">
                <a:solidFill>
                  <a:srgbClr val="546874"/>
                </a:solidFill>
                <a:latin typeface="Malgun Gothic"/>
                <a:ea typeface="Malgun Gothic"/>
                <a:cs typeface="Malgun Gothic"/>
              </a:rPr>
              <a:t>※ 시연에서는 VR 동작과 생성된 기록을 함께 확인합니다.</a:t>
            </a:r>
          </a:p>
        </p:txBody>
      </p:sp>
      <p:sp>
        <p:nvSpPr>
          <p:cNvPr id="12" name="">
            <a:extLst xmlns:a="http://schemas.openxmlformats.org/drawingml/2006/main">
              <a:ext uri="{FF2B5EF4-FFF2-40B4-BE49-F238E27FC236}">
                <a16:creationId xmlns:a16="http://schemas.microsoft.com/office/drawing/2014/main" id="{46B16797-0335-4D0F-AF1C-0DECD640FF67}"/>
              </a:ext>
            </a:extLst>
          </p:cNvPr>
          <p:cNvSpPr>
            <a:spLocks xmlns:a="http://schemas.openxmlformats.org/drawingml/2006/main" noGrp="1"/>
          </p:cNvSpPr>
          <p:nvPr/>
        </p:nvSpPr>
        <p:spPr>
          <a:xfrm xmlns:a="http://schemas.openxmlformats.org/drawingml/2006/main">
            <a:off x="0" y="5600700"/>
            <a:ext cx="12192000" cy="1257300"/>
          </a:xfrm>
          <a:prstGeom xmlns:a="http://schemas.openxmlformats.org/drawingml/2006/main" prst="rect">
            <a:avLst/>
          </a:prstGeom>
          <a:solidFill xmlns:a="http://schemas.openxmlformats.org/drawingml/2006/main">
            <a:srgbClr val="0D2A3A"/>
          </a:solidFill>
          <a:ln xmlns:a="http://schemas.openxmlformats.org/drawingml/2006/main" w="0">
            <a:noFill/>
            <a:prstDash val="solid"/>
          </a:ln>
        </p:spPr>
      </p:sp>
      <p:sp>
        <p:nvSpPr>
          <p:cNvPr id="13" name="closing-goal-label">
            <a:extLst xmlns:a="http://schemas.openxmlformats.org/drawingml/2006/main">
              <a:ext uri="{FF2B5EF4-FFF2-40B4-BE49-F238E27FC236}">
                <a16:creationId xmlns:a16="http://schemas.microsoft.com/office/drawing/2014/main" id="{211B467E-686D-4B9C-885F-4AFD6F7B7F01}"/>
              </a:ext>
            </a:extLst>
          </p:cNvPr>
          <p:cNvSpPr>
            <a:spLocks xmlns:a="http://schemas.openxmlformats.org/drawingml/2006/main" noGrp="1"/>
          </p:cNvSpPr>
          <p:nvPr/>
        </p:nvSpPr>
        <p:spPr>
          <a:xfrm xmlns:a="http://schemas.openxmlformats.org/drawingml/2006/main">
            <a:off x="571500" y="5829300"/>
            <a:ext cx="1524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500" b="1">
                <a:solidFill>
                  <a:srgbClr val="F4C243"/>
                </a:solidFill>
                <a:latin typeface="Malgun Gothic"/>
                <a:ea typeface="Malgun Gothic"/>
                <a:cs typeface="Malgun Gothic"/>
              </a:defRPr>
            </a:pPr>
            <a:r>
              <a:rPr sz="1500" b="1">
                <a:solidFill>
                  <a:srgbClr val="F4C243"/>
                </a:solidFill>
                <a:latin typeface="Malgun Gothic"/>
                <a:ea typeface="Malgun Gothic"/>
                <a:cs typeface="Malgun Gothic"/>
              </a:rPr>
              <a:t>시연 결론</a:t>
            </a:r>
          </a:p>
        </p:txBody>
      </p:sp>
      <p:sp>
        <p:nvSpPr>
          <p:cNvPr id="14" name="closing-goal">
            <a:extLst xmlns:a="http://schemas.openxmlformats.org/drawingml/2006/main">
              <a:ext uri="{FF2B5EF4-FFF2-40B4-BE49-F238E27FC236}">
                <a16:creationId xmlns:a16="http://schemas.microsoft.com/office/drawing/2014/main" id="{DD8CC006-41C8-430D-BD67-AFC64D932CCB}"/>
              </a:ext>
            </a:extLst>
          </p:cNvPr>
          <p:cNvSpPr>
            <a:spLocks xmlns:a="http://schemas.openxmlformats.org/drawingml/2006/main" noGrp="1"/>
          </p:cNvSpPr>
          <p:nvPr/>
        </p:nvSpPr>
        <p:spPr>
          <a:xfrm xmlns:a="http://schemas.openxmlformats.org/drawingml/2006/main">
            <a:off x="571500" y="6191250"/>
            <a:ext cx="1066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2175" b="1">
                <a:solidFill>
                  <a:srgbClr val="FFFFFF"/>
                </a:solidFill>
                <a:latin typeface="Malgun Gothic"/>
                <a:ea typeface="Malgun Gothic"/>
                <a:cs typeface="Malgun Gothic"/>
              </a:defRPr>
            </a:pPr>
            <a:r>
              <a:rPr sz="2175" b="1">
                <a:solidFill>
                  <a:srgbClr val="FFFFFF"/>
                </a:solidFill>
                <a:latin typeface="Malgun Gothic"/>
                <a:ea typeface="Malgun Gothic"/>
                <a:cs typeface="Malgun Gothic"/>
              </a:rPr>
              <a:t>훈련 → 기록 → 관리가 하나의 시스템으로 이어집니다</a:t>
            </a:r>
          </a:p>
        </p:txBody>
      </p:sp>
      <p:sp>
        <p:nvSpPr>
          <p:cNvPr id="15" name="closing-page">
            <a:extLst xmlns:a="http://schemas.openxmlformats.org/drawingml/2006/main">
              <a:ext uri="{FF2B5EF4-FFF2-40B4-BE49-F238E27FC236}">
                <a16:creationId xmlns:a16="http://schemas.microsoft.com/office/drawing/2014/main" id="{FA06F565-20FE-4333-B571-1C7A244E8CD0}"/>
              </a:ext>
            </a:extLst>
          </p:cNvPr>
          <p:cNvSpPr>
            <a:spLocks xmlns:a="http://schemas.openxmlformats.org/drawingml/2006/main" noGrp="1"/>
          </p:cNvSpPr>
          <p:nvPr/>
        </p:nvSpPr>
        <p:spPr>
          <a:xfrm xmlns:a="http://schemas.openxmlformats.org/drawingml/2006/main">
            <a:off x="11049000" y="6572250"/>
            <a:ext cx="57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buNone/>
              <a:defRPr sz="975" b="1">
                <a:solidFill>
                  <a:srgbClr val="FFFFFF"/>
                </a:solidFill>
                <a:latin typeface="Malgun Gothic"/>
                <a:ea typeface="Malgun Gothic"/>
                <a:cs typeface="Malgun Gothic"/>
              </a:defRPr>
            </a:pPr>
            <a:r>
              <a:rPr sz="975" b="1">
                <a:solidFill>
                  <a:srgbClr val="FFFFFF"/>
                </a:solidFill>
                <a:latin typeface="Malgun Gothic"/>
                <a:ea typeface="Malgun Gothic"/>
                <a:cs typeface="Malgun Gothic"/>
              </a:rPr>
              <a:t>06</a:t>
            </a:r>
          </a:p>
        </p:txBody>
      </p:sp>
    </p:spTree>
    <p:extLst>
      <p:ext uri="{BB962C8B-B14F-4D97-AF65-F5344CB8AC3E}">
        <p14:creationId xmlns:p14="http://schemas.microsoft.com/office/powerpoint/2010/main" val="22190554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2026-09-01T08:12:26.1620000Z</dcterms:created>
  <dcterms:modified xsi:type="dcterms:W3CDTF">2026-09-01T08:12:26.1620000Z</dcterms:modified>
</coreProperties>
</file>