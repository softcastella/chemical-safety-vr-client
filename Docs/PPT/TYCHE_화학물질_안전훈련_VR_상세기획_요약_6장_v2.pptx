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현실에서 반복하기 어려운 화학물질 사고 대응을 VR에서 안전하게 훈련하고, 수행 근거를 데이터로 남기는 프로젝트입니다.</a:t>
            </a:r>
          </a:p>
          <a:p>
            <a:endParaRPr/>
          </a:p>
          <a:p>
            <a:r>
              <a:t>[Sources]</a:t>
            </a:r>
          </a:p>
          <a:p>
            <a:r>
              <a:t>- Project asset: C:/Users/user/Documents/Workspace/chemical-safety-vr-server/public/site/assets/vr-hero-hd.jpg</a:t>
            </a:r>
          </a:p>
          <a:p>
            <a:r>
              <a:t>- Project context: C:/Users/user/Documents/Workspace/chemical-safety-vr-client/AGENTS.md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사용자는 설명을 보는 데 그치지 않고 작업계획을 판단하고, PPE를 검사·착용하며, 평가까지 수행합니다.</a:t>
            </a:r>
          </a:p>
          <a:p>
            <a:endParaRPr/>
          </a:p>
          <a:p>
            <a:r>
              <a:t>[Sources]</a:t>
            </a:r>
          </a:p>
          <a:p>
            <a:r>
              <a:t>- Build scenes: C:/Users/user/Documents/Workspace/chemical-safety-vr-client/ProjectSettings/EditorBuildSettings.asset</a:t>
            </a:r>
          </a:p>
          <a:p>
            <a:r>
              <a:t>- Mode/work-plan basis: C:/Users/user/Documents/Workspace/chemical-safety-vr-client/Docs/MeetingNotes/2026-08-26_PPE_Training_Data_Dashboard_Followup.md</a:t>
            </a:r>
          </a:p>
          <a:p>
            <a:r>
              <a:t>- Images: ppe_room.png, select_ppe.png, check_work.png under C:/Users/user/Documents/Workspace/chemical-safety-vr-server/public/site/assets/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잘못된 장비나 결함 장비를 구분해야 다음 단계로 진행되도록 설계해, 안전 지식을 실제 행동으로 전환합니다.</a:t>
            </a:r>
          </a:p>
          <a:p>
            <a:endParaRPr/>
          </a:p>
          <a:p>
            <a:r>
              <a:t>[Sources]</a:t>
            </a:r>
          </a:p>
          <a:p>
            <a:r>
              <a:t>- Interaction behavior: C:/Users/user/Documents/Workspace/chemical-safety-vr-client/Docs/MeetingNotes/2026-08-27_XR_Startup_PPE_Room_Interaction_Followup.md</a:t>
            </a:r>
          </a:p>
          <a:p>
            <a:r>
              <a:t>- PPE behavior: C:/Users/user/Documents/Workspace/chemical-safety-vr-client/Assets/Scripts/PPEActionPanelController.cs</a:t>
            </a:r>
          </a:p>
          <a:p>
            <a:r>
              <a:t>- Images: ppe_check.png and check_ppe.png under C:/Users/user/Documents/Workspace/chemical-safety-vr-server/public/site/assets/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훈련 결과는 완료 여부만 저장하는 것이 아니라 선택, 오답, 소요시간과 조작 문제까지 교육 개선 근거로 남깁니다.</a:t>
            </a:r>
          </a:p>
          <a:p>
            <a:r>
              <a:t>현재는 클라이언트·서버 원본 계약이 반영됐고, 실제 Quest 6개 조합의 DB·대시보드 종단간 검증이 다음 게이트입니다.</a:t>
            </a:r>
          </a:p>
          <a:p>
            <a:endParaRPr/>
          </a:p>
          <a:p>
            <a:r>
              <a:t>[Sources]</a:t>
            </a:r>
          </a:p>
          <a:p>
            <a:r>
              <a:t>- Client telemetry: C:/Users/user/Documents/Workspace/chemical-safety-vr-client/Assets/Scripts/PPETrainingTelemetryCapture.cs</a:t>
            </a:r>
          </a:p>
          <a:p>
            <a:r>
              <a:t>- Client uploader: C:/Users/user/Documents/Workspace/chemical-safety-vr-client/Assets/Scripts/TycheTrainingTelemetryUploader.cs</a:t>
            </a:r>
          </a:p>
          <a:p>
            <a:r>
              <a:t>- Server routes: C:/Users/user/Documents/Workspace/chemical-safety-vr-server/src/app.js</a:t>
            </a:r>
          </a:p>
          <a:p>
            <a:r>
              <a:t>- Server contract: C:/Users/user/Documents/Workspace/chemical-safety-vr-server/src/modules/training-telemetry/training-telemetry-service.js</a:t>
            </a:r>
          </a:p>
          <a:p>
            <a:r>
              <a:t>- Validation boundary: C:/Users/user/Documents/Workspace/chemical-safety-vr-client/Docs/MeetingNotes/2026-08-26_PPE_Training_Data_Dashboard_Followup.md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경영진에게는 핵심 구조가 어디까지 확보됐고 무엇이 아직 검증 전인지 분리해 설명합니다. 클라이언트에는 5개 활성 씬, 6개 수행 조합, 이벤트 계측 경로가 있고 서버에는 수신·저장·조회 코드 경로가 있습니다. 제품화 판단은 실제 Quest 종단간 실행 뒤에 내립니다.</a:t>
            </a:r>
          </a:p>
          <a:p>
            <a:endParaRPr/>
          </a:p>
          <a:p>
            <a:r>
              <a:t>[Sources]</a:t>
            </a:r>
          </a:p>
          <a:p>
            <a:r>
              <a:t>- Client basis commit: 506664fb39a410d31e8620be59b920b7c8683bbc</a:t>
            </a:r>
          </a:p>
          <a:p>
            <a:r>
              <a:t>- Server basis commit: e20e59e5a1c209e66cda5b604f4815540d6a24a0</a:t>
            </a:r>
          </a:p>
          <a:p>
            <a:r>
              <a:t>- Enabled scenes: C:/Users/user/Documents/Workspace/chemical-safety-vr-client/ProjectSettings/EditorBuildSettings.asset</a:t>
            </a:r>
          </a:p>
          <a:p>
            <a:r>
              <a:t>- Client telemetry: C:/Users/user/Documents/Workspace/chemical-safety-vr-client/Assets/Scripts/PPETrainingTelemetryCapture.cs</a:t>
            </a:r>
          </a:p>
          <a:p>
            <a:r>
              <a:t>- Server routes: C:/Users/user/Documents/Workspace/chemical-safety-vr-server/src/app.js</a:t>
            </a:r>
          </a:p>
          <a:p>
            <a:r>
              <a:t>- Server contract: C:/Users/user/Documents/Workspace/chemical-safety-vr-server/src/modules/training-telemetry/training-telemetry-service.js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제품화 단계는 실제 Quest 6개 조합의 종단간 검증, 성능·양안·VRC 확인, 운영 보안과 배포 절차를 순차적으로 닫는 과정입니다. 검증되지 않은 수치나 합격 기준은 확정 성과로 제시하지 않습니다.</a:t>
            </a:r>
          </a:p>
          <a:p>
            <a:endParaRPr/>
          </a:p>
          <a:p>
            <a:r>
              <a:t>[Sources]</a:t>
            </a:r>
          </a:p>
          <a:p>
            <a:r>
              <a:t>- Client basis commit: 506664fb39a410d31e8620be59b920b7c8683bbc</a:t>
            </a:r>
          </a:p>
          <a:p>
            <a:r>
              <a:t>- Server basis commit: e20e59e5a1c209e66cda5b604f4815540d6a24a0</a:t>
            </a:r>
          </a:p>
          <a:p>
            <a:r>
              <a:t>- Validation boundary: C:/Users/user/Documents/Workspace/chemical-safety-vr-client/Docs/MeetingNotes/2026-08-26_PPE_Training_Data_Dashboard_Followup.md</a:t>
            </a:r>
          </a:p>
          <a:p>
            <a:r>
              <a:t>- Quest/APK boundary: C:/Users/user/Documents/Workspace/chemical-safety-vr-client/Docs/Bug/2026-08-31_Quest_APK_2D_Panel_Manifest.md</a:t>
            </a:r>
          </a:p>
          <a:p>
            <a:r>
              <a:t>- Server implementation overview: C:/Users/user/Documents/Workspace/chemical-safety-vr-server/README.md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rello.com/invite/b/6a323863d18008388408ba3a/ATTI3c96abe20944453865d3896443a5b5fd0D97A4AB/&#54028;&#51060;&#45328;-&#44060;&#51064;-&#54532;&#47196;&#51229;&#53944;&#51652;&#50689;"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hyperlink" Target="https://immersa.tycheworks.com/chemical-safety-training/pla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D4AE56F2-581E-4C00-9D42-983CD1A76172}"/>
              </a:ext>
            </a:extLst>
          </p:cNvPr>
          <p:cNvSpPr>
            <a:spLocks noGrp="1"/>
          </p:cNvSpPr>
          <p:nvPr/>
        </p:nvSpPr>
        <p:spPr>
          <a:xfrm>
            <a:off x="0" y="0"/>
            <a:ext cx="190500" cy="6858000"/>
          </a:xfrm>
          <a:prstGeom prst="rect">
            <a:avLst/>
          </a:prstGeom>
          <a:solidFill>
            <a:srgbClr val="00A88A"/>
          </a:solidFill>
          <a:ln w="0">
            <a:noFill/>
            <a:prstDash val="solid"/>
          </a:ln>
        </p:spPr>
      </p:sp>
      <p:sp>
        <p:nvSpPr>
          <p:cNvPr id="2" name="cover-eyebrow">
            <a:extLst>
              <a:ext uri="{FF2B5EF4-FFF2-40B4-BE49-F238E27FC236}">
                <a16:creationId xmlns:a16="http://schemas.microsoft.com/office/drawing/2014/main" id="{75DEB1DD-93EA-416D-A111-AC8BFB23BCD7}"/>
              </a:ext>
            </a:extLst>
          </p:cNvPr>
          <p:cNvSpPr>
            <a:spLocks noGrp="1"/>
          </p:cNvSpPr>
          <p:nvPr/>
        </p:nvSpPr>
        <p:spPr>
          <a:xfrm>
            <a:off x="571500" y="514350"/>
            <a:ext cx="4953000" cy="247650"/>
          </a:xfrm>
          <a:prstGeom prst="rect">
            <a:avLst/>
          </a:prstGeom>
          <a:noFill/>
          <a:ln w="0">
            <a:noFill/>
            <a:prstDash val="solid"/>
          </a:ln>
        </p:spPr>
        <p:txBody>
          <a:bodyPr wrap="square" lIns="0" tIns="0" rIns="0" bIns="0" anchor="t">
            <a:normAutofit/>
          </a:bodyPr>
          <a:lstStyle/>
          <a:p>
            <a:pPr algn="l">
              <a:buNone/>
              <a:defRPr sz="1200" b="1">
                <a:solidFill>
                  <a:srgbClr val="1679B4"/>
                </a:solidFill>
                <a:latin typeface="Malgun Gothic"/>
                <a:ea typeface="Malgun Gothic"/>
                <a:cs typeface="Malgun Gothic"/>
              </a:defRPr>
            </a:pPr>
            <a:r>
              <a:rPr lang="en-US" sz="1200" b="1">
                <a:solidFill>
                  <a:srgbClr val="1679B4"/>
                </a:solidFill>
                <a:latin typeface="Malgun Gothic"/>
                <a:ea typeface="Malgun Gothic"/>
                <a:cs typeface="Malgun Gothic"/>
              </a:rPr>
              <a:t>TYCHE  |  PROJECT PLAN</a:t>
            </a:r>
            <a:endParaRPr sz="1200" b="1">
              <a:solidFill>
                <a:srgbClr val="1679B4"/>
              </a:solidFill>
              <a:latin typeface="Malgun Gothic"/>
              <a:ea typeface="Malgun Gothic"/>
              <a:cs typeface="Malgun Gothic"/>
            </a:endParaRPr>
          </a:p>
        </p:txBody>
      </p:sp>
      <p:sp>
        <p:nvSpPr>
          <p:cNvPr id="3" name="cover-title">
            <a:extLst>
              <a:ext uri="{FF2B5EF4-FFF2-40B4-BE49-F238E27FC236}">
                <a16:creationId xmlns:a16="http://schemas.microsoft.com/office/drawing/2014/main" id="{8371980B-752B-491E-881E-20C6A8B4B622}"/>
              </a:ext>
            </a:extLst>
          </p:cNvPr>
          <p:cNvSpPr>
            <a:spLocks noGrp="1"/>
          </p:cNvSpPr>
          <p:nvPr/>
        </p:nvSpPr>
        <p:spPr>
          <a:xfrm>
            <a:off x="571500" y="1476375"/>
            <a:ext cx="5143500" cy="1809750"/>
          </a:xfrm>
          <a:prstGeom prst="rect">
            <a:avLst/>
          </a:prstGeom>
          <a:noFill/>
          <a:ln w="0">
            <a:noFill/>
            <a:prstDash val="solid"/>
          </a:ln>
        </p:spPr>
        <p:txBody>
          <a:bodyPr wrap="square" lIns="0" tIns="0" rIns="0" bIns="0" anchor="t">
            <a:normAutofit/>
          </a:bodyPr>
          <a:lstStyle/>
          <a:p>
            <a:pPr algn="l">
              <a:lnSpc>
                <a:spcPct val="90000"/>
              </a:lnSpc>
              <a:buNone/>
              <a:defRPr sz="4800" b="1">
                <a:solidFill>
                  <a:srgbClr val="102531"/>
                </a:solidFill>
                <a:latin typeface="Malgun Gothic"/>
                <a:ea typeface="Malgun Gothic"/>
                <a:cs typeface="Malgun Gothic"/>
              </a:defRPr>
            </a:pPr>
            <a:r>
              <a:rPr sz="4800" b="1">
                <a:solidFill>
                  <a:srgbClr val="102531"/>
                </a:solidFill>
                <a:latin typeface="Malgun Gothic"/>
                <a:ea typeface="Malgun Gothic"/>
                <a:cs typeface="Malgun Gothic"/>
              </a:rPr>
              <a:t>화학물질 안전훈련</a:t>
            </a:r>
          </a:p>
          <a:p>
            <a:pPr algn="l">
              <a:lnSpc>
                <a:spcPct val="90000"/>
              </a:lnSpc>
              <a:buNone/>
              <a:defRPr sz="4800" b="1">
                <a:solidFill>
                  <a:srgbClr val="102531"/>
                </a:solidFill>
                <a:latin typeface="Malgun Gothic"/>
                <a:ea typeface="Malgun Gothic"/>
                <a:cs typeface="Malgun Gothic"/>
              </a:defRPr>
            </a:pPr>
            <a:r>
              <a:rPr sz="4800" b="1">
                <a:solidFill>
                  <a:srgbClr val="102531"/>
                </a:solidFill>
                <a:latin typeface="Malgun Gothic"/>
                <a:ea typeface="Malgun Gothic"/>
                <a:cs typeface="Malgun Gothic"/>
              </a:rPr>
              <a:t>VR</a:t>
            </a:r>
          </a:p>
        </p:txBody>
      </p:sp>
      <p:sp>
        <p:nvSpPr>
          <p:cNvPr id="4" name="cover-subtitle">
            <a:extLst>
              <a:ext uri="{FF2B5EF4-FFF2-40B4-BE49-F238E27FC236}">
                <a16:creationId xmlns:a16="http://schemas.microsoft.com/office/drawing/2014/main" id="{6E025BCB-D173-4E7D-ADD2-F69584F0DCA4}"/>
              </a:ext>
            </a:extLst>
          </p:cNvPr>
          <p:cNvSpPr>
            <a:spLocks noGrp="1"/>
          </p:cNvSpPr>
          <p:nvPr/>
        </p:nvSpPr>
        <p:spPr>
          <a:xfrm>
            <a:off x="571500" y="3619500"/>
            <a:ext cx="5000625" cy="914400"/>
          </a:xfrm>
          <a:prstGeom prst="rect">
            <a:avLst/>
          </a:prstGeom>
          <a:noFill/>
          <a:ln w="0">
            <a:noFill/>
            <a:prstDash val="solid"/>
          </a:ln>
        </p:spPr>
        <p:txBody>
          <a:bodyPr wrap="square" lIns="0" tIns="0" rIns="0" bIns="0" anchor="t">
            <a:normAutofit/>
          </a:bodyPr>
          <a:lstStyle/>
          <a:p>
            <a:pPr algn="l">
              <a:buNone/>
              <a:defRPr sz="2025" b="0">
                <a:solidFill>
                  <a:srgbClr val="546874"/>
                </a:solidFill>
                <a:latin typeface="Malgun Gothic"/>
                <a:ea typeface="Malgun Gothic"/>
                <a:cs typeface="Malgun Gothic"/>
              </a:defRPr>
            </a:pPr>
            <a:r>
              <a:rPr lang="ko-KR" altLang="en-US" sz="2025" b="0">
                <a:solidFill>
                  <a:srgbClr val="546874"/>
                </a:solidFill>
                <a:latin typeface="Malgun Gothic"/>
                <a:ea typeface="Malgun Gothic"/>
                <a:cs typeface="Malgun Gothic"/>
              </a:rPr>
              <a:t>위험한 작업을 안전하게 반복하고</a:t>
            </a:r>
            <a:r>
              <a:rPr lang="en-US" altLang="ko-KR" sz="2025" b="0">
                <a:solidFill>
                  <a:srgbClr val="546874"/>
                </a:solidFill>
                <a:latin typeface="Malgun Gothic"/>
                <a:ea typeface="Malgun Gothic"/>
                <a:cs typeface="Malgun Gothic"/>
              </a:rPr>
              <a:t>,</a:t>
            </a:r>
          </a:p>
          <a:p>
            <a:pPr algn="l">
              <a:buNone/>
              <a:defRPr sz="2025" b="0">
                <a:solidFill>
                  <a:srgbClr val="546874"/>
                </a:solidFill>
                <a:latin typeface="Malgun Gothic"/>
                <a:ea typeface="Malgun Gothic"/>
                <a:cs typeface="Malgun Gothic"/>
              </a:defRPr>
            </a:pPr>
            <a:r>
              <a:rPr lang="ko-KR" altLang="en-US" sz="2025" b="0">
                <a:solidFill>
                  <a:srgbClr val="546874"/>
                </a:solidFill>
                <a:latin typeface="Malgun Gothic"/>
                <a:ea typeface="Malgun Gothic"/>
                <a:cs typeface="Malgun Gothic"/>
              </a:rPr>
              <a:t>수행 원본을 서버에 남기다</a:t>
            </a:r>
            <a:endParaRPr sz="2025" b="0">
              <a:solidFill>
                <a:srgbClr val="546874"/>
              </a:solidFill>
              <a:latin typeface="Malgun Gothic"/>
              <a:ea typeface="Malgun Gothic"/>
              <a:cs typeface="Malgun Gothic"/>
            </a:endParaRPr>
          </a:p>
        </p:txBody>
      </p:sp>
      <p:sp>
        <p:nvSpPr>
          <p:cNvPr id="5" name="직사각형 4">
            <a:extLst>
              <a:ext uri="{FF2B5EF4-FFF2-40B4-BE49-F238E27FC236}">
                <a16:creationId xmlns:a16="http://schemas.microsoft.com/office/drawing/2014/main" id="{975D19FA-9FF7-4EC6-90FC-6EB40F007A02}"/>
              </a:ext>
            </a:extLst>
          </p:cNvPr>
          <p:cNvSpPr>
            <a:spLocks noGrp="1"/>
          </p:cNvSpPr>
          <p:nvPr/>
        </p:nvSpPr>
        <p:spPr>
          <a:xfrm>
            <a:off x="571500" y="4981575"/>
            <a:ext cx="1143000" cy="47625"/>
          </a:xfrm>
          <a:prstGeom prst="rect">
            <a:avLst/>
          </a:prstGeom>
          <a:solidFill>
            <a:srgbClr val="F4C243"/>
          </a:solidFill>
          <a:ln w="0">
            <a:noFill/>
            <a:prstDash val="solid"/>
          </a:ln>
        </p:spPr>
      </p:sp>
      <p:sp>
        <p:nvSpPr>
          <p:cNvPr id="6" name="cover-modes">
            <a:extLst>
              <a:ext uri="{FF2B5EF4-FFF2-40B4-BE49-F238E27FC236}">
                <a16:creationId xmlns:a16="http://schemas.microsoft.com/office/drawing/2014/main" id="{D3AD4B04-D2A1-49DF-9C85-C25E56AAD13B}"/>
              </a:ext>
            </a:extLst>
          </p:cNvPr>
          <p:cNvSpPr>
            <a:spLocks noGrp="1"/>
          </p:cNvSpPr>
          <p:nvPr/>
        </p:nvSpPr>
        <p:spPr>
          <a:xfrm>
            <a:off x="571500" y="5191125"/>
            <a:ext cx="3905250" cy="247650"/>
          </a:xfrm>
          <a:prstGeom prst="rect">
            <a:avLst/>
          </a:prstGeom>
          <a:noFill/>
          <a:ln w="0">
            <a:noFill/>
            <a:prstDash val="solid"/>
          </a:ln>
        </p:spPr>
        <p:txBody>
          <a:bodyPr wrap="square" lIns="0" tIns="0" rIns="0" bIns="0" anchor="t">
            <a:normAutofit/>
          </a:bodyPr>
          <a:lstStyle/>
          <a:p>
            <a:pPr algn="l">
              <a:buNone/>
              <a:defRPr sz="1350" b="1">
                <a:solidFill>
                  <a:srgbClr val="00A88A"/>
                </a:solidFill>
                <a:latin typeface="Malgun Gothic"/>
                <a:ea typeface="Malgun Gothic"/>
                <a:cs typeface="Malgun Gothic"/>
              </a:defRPr>
            </a:pPr>
            <a:r>
              <a:rPr lang="ko-KR" altLang="en-US" sz="1350" b="1" u="sng">
                <a:solidFill>
                  <a:srgbClr val="00A88A"/>
                </a:solidFill>
                <a:latin typeface="Malgun Gothic"/>
                <a:ea typeface="Malgun Gothic"/>
                <a:cs typeface="Malgun Gothic"/>
                <a:hlinkClick r:id="rId3" tooltip="Trello 프로젝트 진행 보드 열기"/>
              </a:rPr>
              <a:t>프로젝트 진행 보드</a:t>
            </a:r>
            <a:r>
              <a:rPr lang="ko-KR" altLang="en-US" sz="1350" b="1">
                <a:solidFill>
                  <a:srgbClr val="00A88A"/>
                </a:solidFill>
                <a:latin typeface="Malgun Gothic"/>
                <a:ea typeface="Malgun Gothic"/>
                <a:cs typeface="Malgun Gothic"/>
              </a:rPr>
              <a:t>  </a:t>
            </a:r>
            <a:r>
              <a:rPr lang="en-US" altLang="ko-KR" sz="1350" b="1">
                <a:solidFill>
                  <a:srgbClr val="00A88A"/>
                </a:solidFill>
                <a:latin typeface="Malgun Gothic"/>
                <a:ea typeface="Malgun Gothic"/>
                <a:cs typeface="Malgun Gothic"/>
              </a:rPr>
              <a:t>·  </a:t>
            </a:r>
            <a:r>
              <a:rPr lang="ko-KR" altLang="en-US" sz="1350" b="1" u="sng">
                <a:solidFill>
                  <a:srgbClr val="00A88A"/>
                </a:solidFill>
                <a:latin typeface="Malgun Gothic"/>
                <a:ea typeface="Malgun Gothic"/>
                <a:cs typeface="Malgun Gothic"/>
                <a:hlinkClick r:id="rId4" tooltip="온라인 상세기획서 열기"/>
              </a:rPr>
              <a:t>상세기획서 보기</a:t>
            </a:r>
            <a:endParaRPr sz="1350" b="1" u="sng">
              <a:solidFill>
                <a:srgbClr val="00A88A"/>
              </a:solidFill>
              <a:latin typeface="Malgun Gothic"/>
              <a:ea typeface="Malgun Gothic"/>
              <a:cs typeface="Malgun Gothic"/>
            </a:endParaRPr>
          </a:p>
        </p:txBody>
      </p:sp>
      <p:sp>
        <p:nvSpPr>
          <p:cNvPr id="7" name="사각형: 둥근 모서리 6">
            <a:extLst>
              <a:ext uri="{FF2B5EF4-FFF2-40B4-BE49-F238E27FC236}">
                <a16:creationId xmlns:a16="http://schemas.microsoft.com/office/drawing/2014/main" id="{DE7221B8-B47C-4F49-8AB7-4F05FD71289A}"/>
              </a:ext>
            </a:extLst>
          </p:cNvPr>
          <p:cNvSpPr>
            <a:spLocks noGrp="1"/>
          </p:cNvSpPr>
          <p:nvPr/>
        </p:nvSpPr>
        <p:spPr>
          <a:xfrm>
            <a:off x="6172200" y="476250"/>
            <a:ext cx="5467350" cy="5619750"/>
          </a:xfrm>
          <a:prstGeom prst="roundRect">
            <a:avLst>
              <a:gd name="adj" fmla="val 3136"/>
            </a:avLst>
          </a:prstGeom>
          <a:solidFill>
            <a:srgbClr val="FFFFFF"/>
          </a:solidFill>
          <a:ln w="9525">
            <a:solidFill>
              <a:srgbClr val="B7C9D3"/>
            </a:solidFill>
            <a:prstDash val="solid"/>
          </a:ln>
        </p:spPr>
      </p:sp>
      <p:pic>
        <p:nvPicPr>
          <p:cNvPr id="19" name="그림 18"/>
          <p:cNvPicPr>
            <a:picLocks noChangeAspect="1"/>
          </p:cNvPicPr>
          <p:nvPr/>
        </p:nvPicPr>
        <p:blipFill>
          <a:blip r:embed="rId5"/>
          <a:srcRect t="8863" b="8863"/>
          <a:stretch>
            <a:fillRect/>
          </a:stretch>
        </p:blipFill>
        <p:spPr>
          <a:xfrm>
            <a:off x="6191250" y="495300"/>
            <a:ext cx="5429250" cy="5581650"/>
          </a:xfrm>
          <a:prstGeom prst="roundRect">
            <a:avLst>
              <a:gd name="adj" fmla="val 2807"/>
            </a:avLst>
          </a:prstGeom>
        </p:spPr>
      </p:pic>
      <p:sp>
        <p:nvSpPr>
          <p:cNvPr id="9" name="cover-page">
            <a:extLst>
              <a:ext uri="{FF2B5EF4-FFF2-40B4-BE49-F238E27FC236}">
                <a16:creationId xmlns:a16="http://schemas.microsoft.com/office/drawing/2014/main" id="{6FD85039-39CC-4714-A561-73696DAFA0ED}"/>
              </a:ext>
            </a:extLst>
          </p:cNvPr>
          <p:cNvSpPr>
            <a:spLocks noGrp="1"/>
          </p:cNvSpPr>
          <p:nvPr/>
        </p:nvSpPr>
        <p:spPr>
          <a:xfrm>
            <a:off x="11049000" y="6457950"/>
            <a:ext cx="571500" cy="190500"/>
          </a:xfrm>
          <a:prstGeom prst="rect">
            <a:avLst/>
          </a:prstGeom>
          <a:noFill/>
          <a:ln w="0">
            <a:noFill/>
            <a:prstDash val="solid"/>
          </a:ln>
        </p:spPr>
        <p:txBody>
          <a:bodyPr wrap="square" lIns="0" tIns="0" rIns="0" bIns="0" anchor="t">
            <a:normAutofit/>
          </a:bodyPr>
          <a:lstStyle/>
          <a:p>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01</a:t>
            </a:r>
          </a:p>
        </p:txBody>
      </p:sp>
    </p:spTree>
    <p:extLst>
      <p:ext uri="{BB962C8B-B14F-4D97-AF65-F5344CB8AC3E}">
        <p14:creationId xmlns:p14="http://schemas.microsoft.com/office/powerpoint/2010/main" val="7011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experience-title">
            <a:extLst>
              <a:ext uri="{FF2B5EF4-FFF2-40B4-BE49-F238E27FC236}">
                <a16:creationId xmlns:a16="http://schemas.microsoft.com/office/drawing/2014/main" id="{517A5C09-0AA5-40DC-9288-FBA6B4AD126B}"/>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교육·훈련·평가를 하나의 VR 공간에서 완성한다</a:t>
            </a:r>
          </a:p>
        </p:txBody>
      </p:sp>
      <p:sp>
        <p:nvSpPr>
          <p:cNvPr id="2" name="experience-subtitle">
            <a:extLst>
              <a:ext uri="{FF2B5EF4-FFF2-40B4-BE49-F238E27FC236}">
                <a16:creationId xmlns:a16="http://schemas.microsoft.com/office/drawing/2014/main" id="{9F2817A0-3A97-4AE0-A2C5-A19742311BB2}"/>
              </a:ext>
            </a:extLst>
          </p:cNvPr>
          <p:cNvSpPr>
            <a:spLocks noGrp="1"/>
          </p:cNvSpPr>
          <p:nvPr/>
        </p:nvSpPr>
        <p:spPr>
          <a:xfrm>
            <a:off x="571500" y="1066800"/>
            <a:ext cx="7239000" cy="285750"/>
          </a:xfrm>
          <a:prstGeom prst="rect">
            <a:avLst/>
          </a:prstGeom>
          <a:noFill/>
          <a:ln w="0">
            <a:noFill/>
            <a:prstDash val="solid"/>
          </a:ln>
        </p:spPr>
        <p:txBody>
          <a:bodyPr wrap="square" lIns="0" tIns="0" rIns="0" bIns="0" anchor="t">
            <a:normAutofit/>
          </a:bodyPr>
          <a:lstStyle/>
          <a:p>
            <a:pPr algn="l">
              <a:buNone/>
              <a:defRPr sz="1500" b="1">
                <a:solidFill>
                  <a:srgbClr val="00A88A"/>
                </a:solidFill>
                <a:latin typeface="Malgun Gothic"/>
                <a:ea typeface="Malgun Gothic"/>
                <a:cs typeface="Malgun Gothic"/>
              </a:defRPr>
            </a:pPr>
            <a:r>
              <a:rPr sz="1500" b="1">
                <a:solidFill>
                  <a:srgbClr val="00A88A"/>
                </a:solidFill>
                <a:latin typeface="Malgun Gothic"/>
                <a:ea typeface="Malgun Gothic"/>
                <a:cs typeface="Malgun Gothic"/>
              </a:rPr>
              <a:t>작업계획 2종 × 학습모드 3종, 총 6개 수행 조합</a:t>
            </a:r>
          </a:p>
        </p:txBody>
      </p:sp>
      <p:sp>
        <p:nvSpPr>
          <p:cNvPr id="3" name="사각형: 둥근 모서리 2">
            <a:extLst>
              <a:ext uri="{FF2B5EF4-FFF2-40B4-BE49-F238E27FC236}">
                <a16:creationId xmlns:a16="http://schemas.microsoft.com/office/drawing/2014/main" id="{6A2D1C8A-37D1-49C6-B55D-FA685C7DF2B1}"/>
              </a:ext>
            </a:extLst>
          </p:cNvPr>
          <p:cNvSpPr>
            <a:spLocks noGrp="1"/>
          </p:cNvSpPr>
          <p:nvPr/>
        </p:nvSpPr>
        <p:spPr>
          <a:xfrm>
            <a:off x="552450" y="1543050"/>
            <a:ext cx="3562350" cy="2657475"/>
          </a:xfrm>
          <a:prstGeom prst="roundRect">
            <a:avLst>
              <a:gd name="adj" fmla="val 6452"/>
            </a:avLst>
          </a:prstGeom>
          <a:solidFill>
            <a:srgbClr val="FFFFFF"/>
          </a:solidFill>
          <a:ln w="9525">
            <a:solidFill>
              <a:srgbClr val="B7C9D3"/>
            </a:solidFill>
            <a:prstDash val="solid"/>
          </a:ln>
        </p:spPr>
      </p:sp>
      <p:pic>
        <p:nvPicPr>
          <p:cNvPr id="30" name="그림 29"/>
          <p:cNvPicPr>
            <a:picLocks noChangeAspect="1"/>
          </p:cNvPicPr>
          <p:nvPr/>
        </p:nvPicPr>
        <p:blipFill>
          <a:blip r:embed="rId3"/>
          <a:srcRect l="12159" r="12159"/>
          <a:stretch>
            <a:fillRect/>
          </a:stretch>
        </p:blipFill>
        <p:spPr>
          <a:xfrm>
            <a:off x="571500" y="1562100"/>
            <a:ext cx="3524250" cy="2619375"/>
          </a:xfrm>
          <a:prstGeom prst="roundRect">
            <a:avLst>
              <a:gd name="adj" fmla="val 5818"/>
            </a:avLst>
          </a:prstGeom>
        </p:spPr>
      </p:pic>
      <p:sp>
        <p:nvSpPr>
          <p:cNvPr id="5" name="사각형: 둥근 모서리 4">
            <a:extLst>
              <a:ext uri="{FF2B5EF4-FFF2-40B4-BE49-F238E27FC236}">
                <a16:creationId xmlns:a16="http://schemas.microsoft.com/office/drawing/2014/main" id="{8C07F6C1-A0AF-464A-85E0-8F1FD25E15EE}"/>
              </a:ext>
            </a:extLst>
          </p:cNvPr>
          <p:cNvSpPr>
            <a:spLocks noGrp="1"/>
          </p:cNvSpPr>
          <p:nvPr/>
        </p:nvSpPr>
        <p:spPr>
          <a:xfrm>
            <a:off x="4314825" y="1543050"/>
            <a:ext cx="3562350" cy="2657475"/>
          </a:xfrm>
          <a:prstGeom prst="roundRect">
            <a:avLst>
              <a:gd name="adj" fmla="val 6452"/>
            </a:avLst>
          </a:prstGeom>
          <a:solidFill>
            <a:srgbClr val="FFFFFF"/>
          </a:solidFill>
          <a:ln w="9525">
            <a:solidFill>
              <a:srgbClr val="B7C9D3"/>
            </a:solidFill>
            <a:prstDash val="solid"/>
          </a:ln>
        </p:spPr>
      </p:sp>
      <p:pic>
        <p:nvPicPr>
          <p:cNvPr id="32" name="그림 31"/>
          <p:cNvPicPr>
            <a:picLocks noChangeAspect="1"/>
          </p:cNvPicPr>
          <p:nvPr/>
        </p:nvPicPr>
        <p:blipFill>
          <a:blip r:embed="rId4"/>
          <a:srcRect l="12159" r="12159"/>
          <a:stretch>
            <a:fillRect/>
          </a:stretch>
        </p:blipFill>
        <p:spPr>
          <a:xfrm>
            <a:off x="4333875" y="1562100"/>
            <a:ext cx="3524250" cy="2619375"/>
          </a:xfrm>
          <a:prstGeom prst="roundRect">
            <a:avLst>
              <a:gd name="adj" fmla="val 5818"/>
            </a:avLst>
          </a:prstGeom>
        </p:spPr>
      </p:pic>
      <p:sp>
        <p:nvSpPr>
          <p:cNvPr id="7" name="사각형: 둥근 모서리 6">
            <a:extLst>
              <a:ext uri="{FF2B5EF4-FFF2-40B4-BE49-F238E27FC236}">
                <a16:creationId xmlns:a16="http://schemas.microsoft.com/office/drawing/2014/main" id="{C6DCE6DB-4095-453F-B419-6A6D0C4355B3}"/>
              </a:ext>
            </a:extLst>
          </p:cNvPr>
          <p:cNvSpPr>
            <a:spLocks noGrp="1"/>
          </p:cNvSpPr>
          <p:nvPr/>
        </p:nvSpPr>
        <p:spPr>
          <a:xfrm>
            <a:off x="8077200" y="1543050"/>
            <a:ext cx="3562350" cy="2657475"/>
          </a:xfrm>
          <a:prstGeom prst="roundRect">
            <a:avLst>
              <a:gd name="adj" fmla="val 6452"/>
            </a:avLst>
          </a:prstGeom>
          <a:solidFill>
            <a:srgbClr val="FFFFFF"/>
          </a:solidFill>
          <a:ln w="9525">
            <a:solidFill>
              <a:srgbClr val="B7C9D3"/>
            </a:solidFill>
            <a:prstDash val="solid"/>
          </a:ln>
        </p:spPr>
      </p:sp>
      <p:pic>
        <p:nvPicPr>
          <p:cNvPr id="34" name="그림 33"/>
          <p:cNvPicPr>
            <a:picLocks noChangeAspect="1"/>
          </p:cNvPicPr>
          <p:nvPr/>
        </p:nvPicPr>
        <p:blipFill>
          <a:blip r:embed="rId5"/>
          <a:srcRect l="12159" r="12159"/>
          <a:stretch>
            <a:fillRect/>
          </a:stretch>
        </p:blipFill>
        <p:spPr>
          <a:xfrm>
            <a:off x="8096250" y="1562100"/>
            <a:ext cx="3524250" cy="2619375"/>
          </a:xfrm>
          <a:prstGeom prst="roundRect">
            <a:avLst>
              <a:gd name="adj" fmla="val 5818"/>
            </a:avLst>
          </a:prstGeom>
        </p:spPr>
      </p:pic>
      <p:sp>
        <p:nvSpPr>
          <p:cNvPr id="9" name="stage-01">
            <a:extLst>
              <a:ext uri="{FF2B5EF4-FFF2-40B4-BE49-F238E27FC236}">
                <a16:creationId xmlns:a16="http://schemas.microsoft.com/office/drawing/2014/main" id="{F479847E-55D2-46A1-A6BB-687534286AE9}"/>
              </a:ext>
            </a:extLst>
          </p:cNvPr>
          <p:cNvSpPr>
            <a:spLocks noGrp="1"/>
          </p:cNvSpPr>
          <p:nvPr/>
        </p:nvSpPr>
        <p:spPr>
          <a:xfrm>
            <a:off x="571500" y="4591050"/>
            <a:ext cx="523875" cy="304800"/>
          </a:xfrm>
          <a:prstGeom prst="rect">
            <a:avLst/>
          </a:prstGeom>
          <a:noFill/>
          <a:ln w="0">
            <a:noFill/>
            <a:prstDash val="solid"/>
          </a:ln>
        </p:spPr>
        <p:txBody>
          <a:bodyPr wrap="square" lIns="0" tIns="0" rIns="0" bIns="0" anchor="t">
            <a:normAutofit/>
          </a:bodyPr>
          <a:lstStyle/>
          <a:p>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01</a:t>
            </a:r>
          </a:p>
        </p:txBody>
      </p:sp>
      <p:sp>
        <p:nvSpPr>
          <p:cNvPr id="10" name="stage-head-01">
            <a:extLst>
              <a:ext uri="{FF2B5EF4-FFF2-40B4-BE49-F238E27FC236}">
                <a16:creationId xmlns:a16="http://schemas.microsoft.com/office/drawing/2014/main" id="{E1B013ED-50E5-42AC-9C70-3327C0F40EFF}"/>
              </a:ext>
            </a:extLst>
          </p:cNvPr>
          <p:cNvSpPr>
            <a:spLocks noGrp="1"/>
          </p:cNvSpPr>
          <p:nvPr/>
        </p:nvSpPr>
        <p:spPr>
          <a:xfrm>
            <a:off x="1181100" y="4543425"/>
            <a:ext cx="1285875" cy="381000"/>
          </a:xfrm>
          <a:prstGeom prst="rect">
            <a:avLst/>
          </a:prstGeom>
          <a:noFill/>
          <a:ln w="0">
            <a:noFill/>
            <a:prstDash val="solid"/>
          </a:ln>
        </p:spPr>
        <p:txBody>
          <a:bodyPr wrap="square" lIns="0" tIns="0" rIns="0" bIns="0" anchor="t">
            <a:normAutofit/>
          </a:bodyPr>
          <a:lstStyle/>
          <a:p>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판단</a:t>
            </a:r>
          </a:p>
        </p:txBody>
      </p:sp>
      <p:sp>
        <p:nvSpPr>
          <p:cNvPr id="11" name="직사각형 10">
            <a:extLst>
              <a:ext uri="{FF2B5EF4-FFF2-40B4-BE49-F238E27FC236}">
                <a16:creationId xmlns:a16="http://schemas.microsoft.com/office/drawing/2014/main" id="{B0DB3D13-206A-4DC6-BD9D-E98262F8B4B0}"/>
              </a:ext>
            </a:extLst>
          </p:cNvPr>
          <p:cNvSpPr>
            <a:spLocks noGrp="1"/>
          </p:cNvSpPr>
          <p:nvPr/>
        </p:nvSpPr>
        <p:spPr>
          <a:xfrm>
            <a:off x="571500" y="5057775"/>
            <a:ext cx="3524250" cy="19050"/>
          </a:xfrm>
          <a:prstGeom prst="rect">
            <a:avLst/>
          </a:prstGeom>
          <a:solidFill>
            <a:srgbClr val="B7C9D3"/>
          </a:solidFill>
          <a:ln w="0">
            <a:noFill/>
            <a:prstDash val="solid"/>
          </a:ln>
        </p:spPr>
      </p:sp>
      <p:sp>
        <p:nvSpPr>
          <p:cNvPr id="12" name="stage-body-01">
            <a:extLst>
              <a:ext uri="{FF2B5EF4-FFF2-40B4-BE49-F238E27FC236}">
                <a16:creationId xmlns:a16="http://schemas.microsoft.com/office/drawing/2014/main" id="{536476CF-4595-4923-A23A-EB9C00993DE8}"/>
              </a:ext>
            </a:extLst>
          </p:cNvPr>
          <p:cNvSpPr>
            <a:spLocks noGrp="1"/>
          </p:cNvSpPr>
          <p:nvPr/>
        </p:nvSpPr>
        <p:spPr>
          <a:xfrm>
            <a:off x="571500" y="5219700"/>
            <a:ext cx="3524250" cy="59055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밀폐공간·누출대응 작업계획을 선택한다</a:t>
            </a:r>
          </a:p>
        </p:txBody>
      </p:sp>
      <p:sp>
        <p:nvSpPr>
          <p:cNvPr id="13" name="stage-02">
            <a:extLst>
              <a:ext uri="{FF2B5EF4-FFF2-40B4-BE49-F238E27FC236}">
                <a16:creationId xmlns:a16="http://schemas.microsoft.com/office/drawing/2014/main" id="{409A564B-10B3-48F8-85B8-F18580ED1B06}"/>
              </a:ext>
            </a:extLst>
          </p:cNvPr>
          <p:cNvSpPr>
            <a:spLocks noGrp="1"/>
          </p:cNvSpPr>
          <p:nvPr/>
        </p:nvSpPr>
        <p:spPr>
          <a:xfrm>
            <a:off x="4333875" y="4591050"/>
            <a:ext cx="523875" cy="304800"/>
          </a:xfrm>
          <a:prstGeom prst="rect">
            <a:avLst/>
          </a:prstGeom>
          <a:noFill/>
          <a:ln w="0">
            <a:noFill/>
            <a:prstDash val="solid"/>
          </a:ln>
        </p:spPr>
        <p:txBody>
          <a:bodyPr wrap="square" lIns="0" tIns="0" rIns="0" bIns="0" anchor="t">
            <a:normAutofit/>
          </a:bodyPr>
          <a:lstStyle/>
          <a:p>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02</a:t>
            </a:r>
          </a:p>
        </p:txBody>
      </p:sp>
      <p:sp>
        <p:nvSpPr>
          <p:cNvPr id="14" name="stage-head-02">
            <a:extLst>
              <a:ext uri="{FF2B5EF4-FFF2-40B4-BE49-F238E27FC236}">
                <a16:creationId xmlns:a16="http://schemas.microsoft.com/office/drawing/2014/main" id="{2C126EE8-7186-4DA5-B7F6-A53E6E2B2AF9}"/>
              </a:ext>
            </a:extLst>
          </p:cNvPr>
          <p:cNvSpPr>
            <a:spLocks noGrp="1"/>
          </p:cNvSpPr>
          <p:nvPr/>
        </p:nvSpPr>
        <p:spPr>
          <a:xfrm>
            <a:off x="4943475" y="4543425"/>
            <a:ext cx="1285875" cy="381000"/>
          </a:xfrm>
          <a:prstGeom prst="rect">
            <a:avLst/>
          </a:prstGeom>
          <a:noFill/>
          <a:ln w="0">
            <a:noFill/>
            <a:prstDash val="solid"/>
          </a:ln>
        </p:spPr>
        <p:txBody>
          <a:bodyPr wrap="square" lIns="0" tIns="0" rIns="0" bIns="0" anchor="t">
            <a:normAutofit/>
          </a:bodyPr>
          <a:lstStyle/>
          <a:p>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행동</a:t>
            </a:r>
          </a:p>
        </p:txBody>
      </p:sp>
      <p:sp>
        <p:nvSpPr>
          <p:cNvPr id="15" name="직사각형 14">
            <a:extLst>
              <a:ext uri="{FF2B5EF4-FFF2-40B4-BE49-F238E27FC236}">
                <a16:creationId xmlns:a16="http://schemas.microsoft.com/office/drawing/2014/main" id="{FF0EA7C8-F14D-4E96-8C1C-3307FF3D6A5E}"/>
              </a:ext>
            </a:extLst>
          </p:cNvPr>
          <p:cNvSpPr>
            <a:spLocks noGrp="1"/>
          </p:cNvSpPr>
          <p:nvPr/>
        </p:nvSpPr>
        <p:spPr>
          <a:xfrm>
            <a:off x="4333875" y="5057775"/>
            <a:ext cx="3524250" cy="19050"/>
          </a:xfrm>
          <a:prstGeom prst="rect">
            <a:avLst/>
          </a:prstGeom>
          <a:solidFill>
            <a:srgbClr val="B7C9D3"/>
          </a:solidFill>
          <a:ln w="0">
            <a:noFill/>
            <a:prstDash val="solid"/>
          </a:ln>
        </p:spPr>
      </p:sp>
      <p:sp>
        <p:nvSpPr>
          <p:cNvPr id="16" name="stage-body-02">
            <a:extLst>
              <a:ext uri="{FF2B5EF4-FFF2-40B4-BE49-F238E27FC236}">
                <a16:creationId xmlns:a16="http://schemas.microsoft.com/office/drawing/2014/main" id="{46251163-B903-4518-9DE3-330E5B87F0F2}"/>
              </a:ext>
            </a:extLst>
          </p:cNvPr>
          <p:cNvSpPr>
            <a:spLocks noGrp="1"/>
          </p:cNvSpPr>
          <p:nvPr/>
        </p:nvSpPr>
        <p:spPr>
          <a:xfrm>
            <a:off x="4333875" y="5219700"/>
            <a:ext cx="3524250" cy="59055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PPE를 검사하고 직접 잡아 착용한다</a:t>
            </a:r>
          </a:p>
        </p:txBody>
      </p:sp>
      <p:sp>
        <p:nvSpPr>
          <p:cNvPr id="17" name="stage-03">
            <a:extLst>
              <a:ext uri="{FF2B5EF4-FFF2-40B4-BE49-F238E27FC236}">
                <a16:creationId xmlns:a16="http://schemas.microsoft.com/office/drawing/2014/main" id="{3FEF9950-E530-4FE4-85D0-48A6DED4FC60}"/>
              </a:ext>
            </a:extLst>
          </p:cNvPr>
          <p:cNvSpPr>
            <a:spLocks noGrp="1"/>
          </p:cNvSpPr>
          <p:nvPr/>
        </p:nvSpPr>
        <p:spPr>
          <a:xfrm>
            <a:off x="8096250" y="4591050"/>
            <a:ext cx="523875" cy="304800"/>
          </a:xfrm>
          <a:prstGeom prst="rect">
            <a:avLst/>
          </a:prstGeom>
          <a:noFill/>
          <a:ln w="0">
            <a:noFill/>
            <a:prstDash val="solid"/>
          </a:ln>
        </p:spPr>
        <p:txBody>
          <a:bodyPr wrap="square" lIns="0" tIns="0" rIns="0" bIns="0" anchor="t">
            <a:normAutofit/>
          </a:bodyPr>
          <a:lstStyle/>
          <a:p>
            <a:pPr algn="l">
              <a:buNone/>
              <a:defRPr sz="1425" b="1">
                <a:solidFill>
                  <a:srgbClr val="1679B4"/>
                </a:solidFill>
                <a:latin typeface="Malgun Gothic"/>
                <a:ea typeface="Malgun Gothic"/>
                <a:cs typeface="Malgun Gothic"/>
              </a:defRPr>
            </a:pPr>
            <a:r>
              <a:rPr sz="1425" b="1">
                <a:solidFill>
                  <a:srgbClr val="1679B4"/>
                </a:solidFill>
                <a:latin typeface="Malgun Gothic"/>
                <a:ea typeface="Malgun Gothic"/>
                <a:cs typeface="Malgun Gothic"/>
              </a:rPr>
              <a:t>03</a:t>
            </a:r>
          </a:p>
        </p:txBody>
      </p:sp>
      <p:sp>
        <p:nvSpPr>
          <p:cNvPr id="18" name="stage-head-03">
            <a:extLst>
              <a:ext uri="{FF2B5EF4-FFF2-40B4-BE49-F238E27FC236}">
                <a16:creationId xmlns:a16="http://schemas.microsoft.com/office/drawing/2014/main" id="{DB1E7A96-9C1F-4499-85BC-BCCBBD5BE139}"/>
              </a:ext>
            </a:extLst>
          </p:cNvPr>
          <p:cNvSpPr>
            <a:spLocks noGrp="1"/>
          </p:cNvSpPr>
          <p:nvPr/>
        </p:nvSpPr>
        <p:spPr>
          <a:xfrm>
            <a:off x="8705850" y="4543425"/>
            <a:ext cx="1285875" cy="381000"/>
          </a:xfrm>
          <a:prstGeom prst="rect">
            <a:avLst/>
          </a:prstGeom>
          <a:noFill/>
          <a:ln w="0">
            <a:noFill/>
            <a:prstDash val="solid"/>
          </a:ln>
        </p:spPr>
        <p:txBody>
          <a:bodyPr wrap="square" lIns="0" tIns="0" rIns="0" bIns="0" anchor="t">
            <a:normAutofit/>
          </a:bodyPr>
          <a:lstStyle/>
          <a:p>
            <a:pPr algn="l">
              <a:buNone/>
              <a:defRPr sz="2100" b="1">
                <a:solidFill>
                  <a:srgbClr val="102531"/>
                </a:solidFill>
                <a:latin typeface="Malgun Gothic"/>
                <a:ea typeface="Malgun Gothic"/>
                <a:cs typeface="Malgun Gothic"/>
              </a:defRPr>
            </a:pPr>
            <a:r>
              <a:rPr sz="2100" b="1">
                <a:solidFill>
                  <a:srgbClr val="102531"/>
                </a:solidFill>
                <a:latin typeface="Malgun Gothic"/>
                <a:ea typeface="Malgun Gothic"/>
                <a:cs typeface="Malgun Gothic"/>
              </a:rPr>
              <a:t>평가</a:t>
            </a:r>
          </a:p>
        </p:txBody>
      </p:sp>
      <p:sp>
        <p:nvSpPr>
          <p:cNvPr id="19" name="직사각형 18">
            <a:extLst>
              <a:ext uri="{FF2B5EF4-FFF2-40B4-BE49-F238E27FC236}">
                <a16:creationId xmlns:a16="http://schemas.microsoft.com/office/drawing/2014/main" id="{BE5CD7D2-74FF-48F9-84B0-B13E172ADF92}"/>
              </a:ext>
            </a:extLst>
          </p:cNvPr>
          <p:cNvSpPr>
            <a:spLocks noGrp="1"/>
          </p:cNvSpPr>
          <p:nvPr/>
        </p:nvSpPr>
        <p:spPr>
          <a:xfrm>
            <a:off x="8096250" y="5057775"/>
            <a:ext cx="3524250" cy="19050"/>
          </a:xfrm>
          <a:prstGeom prst="rect">
            <a:avLst/>
          </a:prstGeom>
          <a:solidFill>
            <a:srgbClr val="B7C9D3"/>
          </a:solidFill>
          <a:ln w="0">
            <a:noFill/>
            <a:prstDash val="solid"/>
          </a:ln>
        </p:spPr>
      </p:sp>
      <p:sp>
        <p:nvSpPr>
          <p:cNvPr id="20" name="stage-body-03">
            <a:extLst>
              <a:ext uri="{FF2B5EF4-FFF2-40B4-BE49-F238E27FC236}">
                <a16:creationId xmlns:a16="http://schemas.microsoft.com/office/drawing/2014/main" id="{112CE679-AB34-4C38-A649-A72937C9C9DC}"/>
              </a:ext>
            </a:extLst>
          </p:cNvPr>
          <p:cNvSpPr>
            <a:spLocks noGrp="1"/>
          </p:cNvSpPr>
          <p:nvPr/>
        </p:nvSpPr>
        <p:spPr>
          <a:xfrm>
            <a:off x="8096250" y="5219700"/>
            <a:ext cx="3524250" cy="59055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sz="1500" b="0">
                <a:solidFill>
                  <a:srgbClr val="546874"/>
                </a:solidFill>
                <a:latin typeface="Malgun Gothic"/>
                <a:ea typeface="Malgun Gothic"/>
                <a:cs typeface="Malgun Gothic"/>
              </a:rPr>
              <a:t>태블릿 확인과 퀴즈로 수행을 마무리한다</a:t>
            </a:r>
          </a:p>
        </p:txBody>
      </p:sp>
      <p:sp>
        <p:nvSpPr>
          <p:cNvPr id="21" name="footer-brand-2">
            <a:extLst>
              <a:ext uri="{FF2B5EF4-FFF2-40B4-BE49-F238E27FC236}">
                <a16:creationId xmlns:a16="http://schemas.microsoft.com/office/drawing/2014/main" id="{C207A126-9ECC-460B-934C-2BBA2857724E}"/>
              </a:ext>
            </a:extLst>
          </p:cNvPr>
          <p:cNvSpPr>
            <a:spLocks noGrp="1"/>
          </p:cNvSpPr>
          <p:nvPr/>
        </p:nvSpPr>
        <p:spPr>
          <a:xfrm>
            <a:off x="571500" y="6486525"/>
            <a:ext cx="4000500" cy="171450"/>
          </a:xfrm>
          <a:prstGeom prst="rect">
            <a:avLst/>
          </a:prstGeom>
          <a:noFill/>
          <a:ln w="0">
            <a:noFill/>
            <a:prstDash val="solid"/>
          </a:ln>
        </p:spPr>
        <p:txBody>
          <a:bodyPr wrap="square" lIns="0" tIns="0" rIns="0" bIns="0" anchor="t">
            <a:normAutofit/>
          </a:bodyPr>
          <a:lstStyle/>
          <a:p>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22" name="footer-page-2">
            <a:extLst>
              <a:ext uri="{FF2B5EF4-FFF2-40B4-BE49-F238E27FC236}">
                <a16:creationId xmlns:a16="http://schemas.microsoft.com/office/drawing/2014/main" id="{CC629692-D212-4894-A4C1-1CBEC9304F25}"/>
              </a:ext>
            </a:extLst>
          </p:cNvPr>
          <p:cNvSpPr>
            <a:spLocks noGrp="1"/>
          </p:cNvSpPr>
          <p:nvPr/>
        </p:nvSpPr>
        <p:spPr>
          <a:xfrm>
            <a:off x="11049000" y="6457950"/>
            <a:ext cx="571500" cy="190500"/>
          </a:xfrm>
          <a:prstGeom prst="rect">
            <a:avLst/>
          </a:prstGeom>
          <a:noFill/>
          <a:ln w="0">
            <a:noFill/>
            <a:prstDash val="solid"/>
          </a:ln>
        </p:spPr>
        <p:txBody>
          <a:bodyPr wrap="square" lIns="0" tIns="0" rIns="0" bIns="0" anchor="t">
            <a:normAutofit/>
          </a:bodyPr>
          <a:lstStyle/>
          <a:p>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02</a:t>
            </a:r>
          </a:p>
        </p:txBody>
      </p:sp>
    </p:spTree>
    <p:extLst>
      <p:ext uri="{BB962C8B-B14F-4D97-AF65-F5344CB8AC3E}">
        <p14:creationId xmlns:p14="http://schemas.microsoft.com/office/powerpoint/2010/main" val="629199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0" name="interaction-title">
            <a:extLst>
              <a:ext uri="{FF2B5EF4-FFF2-40B4-BE49-F238E27FC236}">
                <a16:creationId xmlns:a16="http://schemas.microsoft.com/office/drawing/2014/main" id="{75A10808-56CF-4404-89E8-3382366DC1FB}"/>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sz="3225" b="1">
                <a:solidFill>
                  <a:srgbClr val="102531"/>
                </a:solidFill>
                <a:latin typeface="Malgun Gothic"/>
                <a:ea typeface="Malgun Gothic"/>
                <a:cs typeface="Malgun Gothic"/>
              </a:rPr>
              <a:t>안전 지식을 실제 판단과 행동으로 바꾼다</a:t>
            </a:r>
          </a:p>
        </p:txBody>
      </p:sp>
      <p:sp>
        <p:nvSpPr>
          <p:cNvPr id="2" name="사각형: 둥근 모서리 1">
            <a:extLst>
              <a:ext uri="{FF2B5EF4-FFF2-40B4-BE49-F238E27FC236}">
                <a16:creationId xmlns:a16="http://schemas.microsoft.com/office/drawing/2014/main" id="{776822F6-1FB3-4CAD-A042-633EEE6E2038}"/>
              </a:ext>
            </a:extLst>
          </p:cNvPr>
          <p:cNvSpPr>
            <a:spLocks noGrp="1"/>
          </p:cNvSpPr>
          <p:nvPr/>
        </p:nvSpPr>
        <p:spPr>
          <a:xfrm>
            <a:off x="552450" y="1362075"/>
            <a:ext cx="5848350" cy="4657725"/>
          </a:xfrm>
          <a:prstGeom prst="roundRect">
            <a:avLst>
              <a:gd name="adj" fmla="val 3681"/>
            </a:avLst>
          </a:prstGeom>
          <a:solidFill>
            <a:srgbClr val="FFFFFF"/>
          </a:solidFill>
          <a:ln w="9525">
            <a:solidFill>
              <a:srgbClr val="B7C9D3"/>
            </a:solidFill>
            <a:prstDash val="solid"/>
          </a:ln>
        </p:spPr>
      </p:sp>
      <p:pic>
        <p:nvPicPr>
          <p:cNvPr id="25" name="그림 24"/>
          <p:cNvPicPr>
            <a:picLocks noChangeAspect="1"/>
          </p:cNvPicPr>
          <p:nvPr/>
        </p:nvPicPr>
        <p:blipFill>
          <a:blip r:embed="rId3"/>
          <a:srcRect l="14527" r="14527"/>
          <a:stretch>
            <a:fillRect/>
          </a:stretch>
        </p:blipFill>
        <p:spPr>
          <a:xfrm>
            <a:off x="571500" y="1381125"/>
            <a:ext cx="5810250" cy="4619625"/>
          </a:xfrm>
          <a:prstGeom prst="roundRect">
            <a:avLst>
              <a:gd name="adj" fmla="val 3299"/>
            </a:avLst>
          </a:prstGeom>
        </p:spPr>
      </p:pic>
      <p:sp>
        <p:nvSpPr>
          <p:cNvPr id="4" name="사각형: 둥근 모서리 3">
            <a:extLst>
              <a:ext uri="{FF2B5EF4-FFF2-40B4-BE49-F238E27FC236}">
                <a16:creationId xmlns:a16="http://schemas.microsoft.com/office/drawing/2014/main" id="{A827679E-E17C-4F60-8599-794B82C871A8}"/>
              </a:ext>
            </a:extLst>
          </p:cNvPr>
          <p:cNvSpPr>
            <a:spLocks noGrp="1"/>
          </p:cNvSpPr>
          <p:nvPr/>
        </p:nvSpPr>
        <p:spPr>
          <a:xfrm>
            <a:off x="6743700" y="1362075"/>
            <a:ext cx="4895850" cy="2371725"/>
          </a:xfrm>
          <a:prstGeom prst="roundRect">
            <a:avLst>
              <a:gd name="adj" fmla="val 7229"/>
            </a:avLst>
          </a:prstGeom>
          <a:solidFill>
            <a:srgbClr val="FFFFFF"/>
          </a:solidFill>
          <a:ln w="9525">
            <a:solidFill>
              <a:srgbClr val="B7C9D3"/>
            </a:solidFill>
            <a:prstDash val="solid"/>
          </a:ln>
        </p:spPr>
      </p:sp>
      <p:pic>
        <p:nvPicPr>
          <p:cNvPr id="27" name="그림 26"/>
          <p:cNvPicPr>
            <a:picLocks noChangeAspect="1"/>
          </p:cNvPicPr>
          <p:nvPr/>
        </p:nvPicPr>
        <p:blipFill>
          <a:blip r:embed="rId4"/>
          <a:srcRect t="7298" b="7298"/>
          <a:stretch>
            <a:fillRect/>
          </a:stretch>
        </p:blipFill>
        <p:spPr>
          <a:xfrm>
            <a:off x="6762750" y="1381125"/>
            <a:ext cx="4857750" cy="2333625"/>
          </a:xfrm>
          <a:prstGeom prst="roundRect">
            <a:avLst>
              <a:gd name="adj" fmla="val 6531"/>
            </a:avLst>
          </a:prstGeom>
        </p:spPr>
      </p:pic>
      <p:sp>
        <p:nvSpPr>
          <p:cNvPr id="6" name="타원 5">
            <a:extLst>
              <a:ext uri="{FF2B5EF4-FFF2-40B4-BE49-F238E27FC236}">
                <a16:creationId xmlns:a16="http://schemas.microsoft.com/office/drawing/2014/main" id="{7944FD8A-C148-418A-905A-E1186B75A970}"/>
              </a:ext>
            </a:extLst>
          </p:cNvPr>
          <p:cNvSpPr>
            <a:spLocks noGrp="1"/>
          </p:cNvSpPr>
          <p:nvPr/>
        </p:nvSpPr>
        <p:spPr>
          <a:xfrm>
            <a:off x="6762750" y="4086225"/>
            <a:ext cx="266700" cy="266700"/>
          </a:xfrm>
          <a:prstGeom prst="ellipse">
            <a:avLst/>
          </a:prstGeom>
          <a:solidFill>
            <a:srgbClr val="1679B4"/>
          </a:solidFill>
          <a:ln w="0">
            <a:noFill/>
            <a:prstDash val="solid"/>
          </a:ln>
        </p:spPr>
      </p:sp>
      <p:sp>
        <p:nvSpPr>
          <p:cNvPr id="7" name="interaction-number-1">
            <a:extLst>
              <a:ext uri="{FF2B5EF4-FFF2-40B4-BE49-F238E27FC236}">
                <a16:creationId xmlns:a16="http://schemas.microsoft.com/office/drawing/2014/main" id="{50351DB3-439E-40B9-9CF9-26F6246F1562}"/>
              </a:ext>
            </a:extLst>
          </p:cNvPr>
          <p:cNvSpPr>
            <a:spLocks noGrp="1"/>
          </p:cNvSpPr>
          <p:nvPr/>
        </p:nvSpPr>
        <p:spPr>
          <a:xfrm>
            <a:off x="6762750" y="4105275"/>
            <a:ext cx="266700" cy="190500"/>
          </a:xfrm>
          <a:prstGeom prst="rect">
            <a:avLst/>
          </a:prstGeom>
          <a:noFill/>
          <a:ln w="0">
            <a:noFill/>
            <a:prstDash val="solid"/>
          </a:ln>
        </p:spPr>
        <p:txBody>
          <a:bodyPr wrap="square" lIns="0" tIns="0" rIns="0" bIns="0" anchor="t">
            <a:normAutofit/>
          </a:bodyPr>
          <a:lstStyle/>
          <a:p>
            <a:pPr algn="ctr">
              <a:buNone/>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1</a:t>
            </a:r>
          </a:p>
        </p:txBody>
      </p:sp>
      <p:sp>
        <p:nvSpPr>
          <p:cNvPr id="8" name="interaction-head-1">
            <a:extLst>
              <a:ext uri="{FF2B5EF4-FFF2-40B4-BE49-F238E27FC236}">
                <a16:creationId xmlns:a16="http://schemas.microsoft.com/office/drawing/2014/main" id="{655CD86D-5DD6-4B4F-94AE-B3C830822284}"/>
              </a:ext>
            </a:extLst>
          </p:cNvPr>
          <p:cNvSpPr>
            <a:spLocks noGrp="1"/>
          </p:cNvSpPr>
          <p:nvPr/>
        </p:nvSpPr>
        <p:spPr>
          <a:xfrm>
            <a:off x="7181850" y="4067175"/>
            <a:ext cx="1952625" cy="304800"/>
          </a:xfrm>
          <a:prstGeom prst="rect">
            <a:avLst/>
          </a:prstGeom>
          <a:noFill/>
          <a:ln w="0">
            <a:noFill/>
            <a:prstDash val="solid"/>
          </a:ln>
        </p:spPr>
        <p:txBody>
          <a:bodyPr wrap="square" lIns="0" tIns="0" rIns="0" bIns="0" anchor="t">
            <a:normAutofit/>
          </a:bodyPr>
          <a:lstStyle/>
          <a:p>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근접 상호작용</a:t>
            </a:r>
          </a:p>
        </p:txBody>
      </p:sp>
      <p:sp>
        <p:nvSpPr>
          <p:cNvPr id="9" name="interaction-body-1">
            <a:extLst>
              <a:ext uri="{FF2B5EF4-FFF2-40B4-BE49-F238E27FC236}">
                <a16:creationId xmlns:a16="http://schemas.microsoft.com/office/drawing/2014/main" id="{A617673E-E41D-4559-9D64-A80EA04F37C8}"/>
              </a:ext>
            </a:extLst>
          </p:cNvPr>
          <p:cNvSpPr>
            <a:spLocks noGrp="1"/>
          </p:cNvSpPr>
          <p:nvPr/>
        </p:nvSpPr>
        <p:spPr>
          <a:xfrm>
            <a:off x="9144000" y="4086225"/>
            <a:ext cx="2476500" cy="304800"/>
          </a:xfrm>
          <a:prstGeom prst="rect">
            <a:avLst/>
          </a:prstGeom>
          <a:noFill/>
          <a:ln w="0">
            <a:noFill/>
            <a:prstDash val="solid"/>
          </a:ln>
        </p:spPr>
        <p:txBody>
          <a:bodyPr wrap="square" lIns="0" tIns="0" rIns="0" bIns="0" anchor="t">
            <a:normAutofit/>
          </a:bodyPr>
          <a:lstStyle/>
          <a:p>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손으로 가까이 잡아 장비 선택</a:t>
            </a:r>
          </a:p>
        </p:txBody>
      </p:sp>
      <p:sp>
        <p:nvSpPr>
          <p:cNvPr id="10" name="타원 9">
            <a:extLst>
              <a:ext uri="{FF2B5EF4-FFF2-40B4-BE49-F238E27FC236}">
                <a16:creationId xmlns:a16="http://schemas.microsoft.com/office/drawing/2014/main" id="{E3BA4992-8340-44C9-86C2-C8340961B305}"/>
              </a:ext>
            </a:extLst>
          </p:cNvPr>
          <p:cNvSpPr>
            <a:spLocks noGrp="1"/>
          </p:cNvSpPr>
          <p:nvPr/>
        </p:nvSpPr>
        <p:spPr>
          <a:xfrm>
            <a:off x="6762750" y="4752975"/>
            <a:ext cx="266700" cy="266700"/>
          </a:xfrm>
          <a:prstGeom prst="ellipse">
            <a:avLst/>
          </a:prstGeom>
          <a:solidFill>
            <a:srgbClr val="F4C243"/>
          </a:solidFill>
          <a:ln w="0">
            <a:noFill/>
            <a:prstDash val="solid"/>
          </a:ln>
        </p:spPr>
      </p:sp>
      <p:sp>
        <p:nvSpPr>
          <p:cNvPr id="11" name="interaction-number-2">
            <a:extLst>
              <a:ext uri="{FF2B5EF4-FFF2-40B4-BE49-F238E27FC236}">
                <a16:creationId xmlns:a16="http://schemas.microsoft.com/office/drawing/2014/main" id="{ED6C2331-F6D2-4C2A-B8BA-4BD6C15A63E9}"/>
              </a:ext>
            </a:extLst>
          </p:cNvPr>
          <p:cNvSpPr>
            <a:spLocks noGrp="1"/>
          </p:cNvSpPr>
          <p:nvPr/>
        </p:nvSpPr>
        <p:spPr>
          <a:xfrm>
            <a:off x="6762750" y="4772025"/>
            <a:ext cx="266700" cy="190500"/>
          </a:xfrm>
          <a:prstGeom prst="rect">
            <a:avLst/>
          </a:prstGeom>
          <a:noFill/>
          <a:ln w="0">
            <a:noFill/>
            <a:prstDash val="solid"/>
          </a:ln>
        </p:spPr>
        <p:txBody>
          <a:bodyPr wrap="square" lIns="0" tIns="0" rIns="0" bIns="0" anchor="t">
            <a:normAutofit/>
          </a:bodyPr>
          <a:lstStyle/>
          <a:p>
            <a:pPr algn="ctr">
              <a:buNone/>
              <a:defRPr sz="1125" b="1">
                <a:solidFill>
                  <a:srgbClr val="102531"/>
                </a:solidFill>
                <a:latin typeface="Malgun Gothic"/>
                <a:ea typeface="Malgun Gothic"/>
                <a:cs typeface="Malgun Gothic"/>
              </a:defRPr>
            </a:pPr>
            <a:r>
              <a:rPr sz="1125" b="1">
                <a:solidFill>
                  <a:srgbClr val="102531"/>
                </a:solidFill>
                <a:latin typeface="Malgun Gothic"/>
                <a:ea typeface="Malgun Gothic"/>
                <a:cs typeface="Malgun Gothic"/>
              </a:rPr>
              <a:t>2</a:t>
            </a:r>
          </a:p>
        </p:txBody>
      </p:sp>
      <p:sp>
        <p:nvSpPr>
          <p:cNvPr id="12" name="interaction-head-2">
            <a:extLst>
              <a:ext uri="{FF2B5EF4-FFF2-40B4-BE49-F238E27FC236}">
                <a16:creationId xmlns:a16="http://schemas.microsoft.com/office/drawing/2014/main" id="{E11A5233-8491-4354-AD78-6F53D19611C3}"/>
              </a:ext>
            </a:extLst>
          </p:cNvPr>
          <p:cNvSpPr>
            <a:spLocks noGrp="1"/>
          </p:cNvSpPr>
          <p:nvPr/>
        </p:nvSpPr>
        <p:spPr>
          <a:xfrm>
            <a:off x="7181850" y="4733925"/>
            <a:ext cx="1952625" cy="304800"/>
          </a:xfrm>
          <a:prstGeom prst="rect">
            <a:avLst/>
          </a:prstGeom>
          <a:noFill/>
          <a:ln w="0">
            <a:noFill/>
            <a:prstDash val="solid"/>
          </a:ln>
        </p:spPr>
        <p:txBody>
          <a:bodyPr wrap="square" lIns="0" tIns="0" rIns="0" bIns="0" anchor="t">
            <a:normAutofit/>
          </a:bodyPr>
          <a:lstStyle/>
          <a:p>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결함·오염 판별</a:t>
            </a:r>
          </a:p>
        </p:txBody>
      </p:sp>
      <p:sp>
        <p:nvSpPr>
          <p:cNvPr id="13" name="interaction-body-2">
            <a:extLst>
              <a:ext uri="{FF2B5EF4-FFF2-40B4-BE49-F238E27FC236}">
                <a16:creationId xmlns:a16="http://schemas.microsoft.com/office/drawing/2014/main" id="{EBD85E95-613D-4A90-A5F6-1CFD46AD2800}"/>
              </a:ext>
            </a:extLst>
          </p:cNvPr>
          <p:cNvSpPr>
            <a:spLocks noGrp="1"/>
          </p:cNvSpPr>
          <p:nvPr/>
        </p:nvSpPr>
        <p:spPr>
          <a:xfrm>
            <a:off x="9144000" y="4752975"/>
            <a:ext cx="2476500" cy="304800"/>
          </a:xfrm>
          <a:prstGeom prst="rect">
            <a:avLst/>
          </a:prstGeom>
          <a:noFill/>
          <a:ln w="0">
            <a:noFill/>
            <a:prstDash val="solid"/>
          </a:ln>
        </p:spPr>
        <p:txBody>
          <a:bodyPr wrap="square" lIns="0" tIns="0" rIns="0" bIns="0" anchor="t">
            <a:normAutofit/>
          </a:bodyPr>
          <a:lstStyle/>
          <a:p>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정상 장비와 부적합 장비를 비교</a:t>
            </a:r>
          </a:p>
        </p:txBody>
      </p:sp>
      <p:sp>
        <p:nvSpPr>
          <p:cNvPr id="14" name="타원 13">
            <a:extLst>
              <a:ext uri="{FF2B5EF4-FFF2-40B4-BE49-F238E27FC236}">
                <a16:creationId xmlns:a16="http://schemas.microsoft.com/office/drawing/2014/main" id="{E21D8B26-882C-46EE-AA90-D32FC6826D14}"/>
              </a:ext>
            </a:extLst>
          </p:cNvPr>
          <p:cNvSpPr>
            <a:spLocks noGrp="1"/>
          </p:cNvSpPr>
          <p:nvPr/>
        </p:nvSpPr>
        <p:spPr>
          <a:xfrm>
            <a:off x="6762750" y="5419725"/>
            <a:ext cx="266700" cy="266700"/>
          </a:xfrm>
          <a:prstGeom prst="ellipse">
            <a:avLst/>
          </a:prstGeom>
          <a:solidFill>
            <a:srgbClr val="00A88A"/>
          </a:solidFill>
          <a:ln w="0">
            <a:noFill/>
            <a:prstDash val="solid"/>
          </a:ln>
        </p:spPr>
      </p:sp>
      <p:sp>
        <p:nvSpPr>
          <p:cNvPr id="15" name="interaction-number-3">
            <a:extLst>
              <a:ext uri="{FF2B5EF4-FFF2-40B4-BE49-F238E27FC236}">
                <a16:creationId xmlns:a16="http://schemas.microsoft.com/office/drawing/2014/main" id="{90BCD461-FCC8-4336-9043-BE93A70E5A17}"/>
              </a:ext>
            </a:extLst>
          </p:cNvPr>
          <p:cNvSpPr>
            <a:spLocks noGrp="1"/>
          </p:cNvSpPr>
          <p:nvPr/>
        </p:nvSpPr>
        <p:spPr>
          <a:xfrm>
            <a:off x="6762750" y="5438775"/>
            <a:ext cx="266700" cy="190500"/>
          </a:xfrm>
          <a:prstGeom prst="rect">
            <a:avLst/>
          </a:prstGeom>
          <a:noFill/>
          <a:ln w="0">
            <a:noFill/>
            <a:prstDash val="solid"/>
          </a:ln>
        </p:spPr>
        <p:txBody>
          <a:bodyPr wrap="square" lIns="0" tIns="0" rIns="0" bIns="0" anchor="t">
            <a:normAutofit/>
          </a:bodyPr>
          <a:lstStyle/>
          <a:p>
            <a:pPr algn="ctr">
              <a:buNone/>
              <a:defRPr sz="1125" b="1">
                <a:solidFill>
                  <a:srgbClr val="FFFFFF"/>
                </a:solidFill>
                <a:latin typeface="Malgun Gothic"/>
                <a:ea typeface="Malgun Gothic"/>
                <a:cs typeface="Malgun Gothic"/>
              </a:defRPr>
            </a:pPr>
            <a:r>
              <a:rPr sz="1125" b="1">
                <a:solidFill>
                  <a:srgbClr val="FFFFFF"/>
                </a:solidFill>
                <a:latin typeface="Malgun Gothic"/>
                <a:ea typeface="Malgun Gothic"/>
                <a:cs typeface="Malgun Gothic"/>
              </a:rPr>
              <a:t>3</a:t>
            </a:r>
          </a:p>
        </p:txBody>
      </p:sp>
      <p:sp>
        <p:nvSpPr>
          <p:cNvPr id="16" name="interaction-head-3">
            <a:extLst>
              <a:ext uri="{FF2B5EF4-FFF2-40B4-BE49-F238E27FC236}">
                <a16:creationId xmlns:a16="http://schemas.microsoft.com/office/drawing/2014/main" id="{A3B237BA-3D62-4DF3-987E-8D390852FEFE}"/>
              </a:ext>
            </a:extLst>
          </p:cNvPr>
          <p:cNvSpPr>
            <a:spLocks noGrp="1"/>
          </p:cNvSpPr>
          <p:nvPr/>
        </p:nvSpPr>
        <p:spPr>
          <a:xfrm>
            <a:off x="7181850" y="5400675"/>
            <a:ext cx="1952625" cy="304800"/>
          </a:xfrm>
          <a:prstGeom prst="rect">
            <a:avLst/>
          </a:prstGeom>
          <a:noFill/>
          <a:ln w="0">
            <a:noFill/>
            <a:prstDash val="solid"/>
          </a:ln>
        </p:spPr>
        <p:txBody>
          <a:bodyPr wrap="square" lIns="0" tIns="0" rIns="0" bIns="0" anchor="t">
            <a:normAutofit/>
          </a:bodyPr>
          <a:lstStyle/>
          <a:p>
            <a:pPr algn="l">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작업계획 검증</a:t>
            </a:r>
          </a:p>
        </p:txBody>
      </p:sp>
      <p:sp>
        <p:nvSpPr>
          <p:cNvPr id="17" name="interaction-body-3">
            <a:extLst>
              <a:ext uri="{FF2B5EF4-FFF2-40B4-BE49-F238E27FC236}">
                <a16:creationId xmlns:a16="http://schemas.microsoft.com/office/drawing/2014/main" id="{51375A82-46B9-49DB-9284-D786FBB24DA0}"/>
              </a:ext>
            </a:extLst>
          </p:cNvPr>
          <p:cNvSpPr>
            <a:spLocks noGrp="1"/>
          </p:cNvSpPr>
          <p:nvPr/>
        </p:nvSpPr>
        <p:spPr>
          <a:xfrm>
            <a:off x="9144000" y="5419725"/>
            <a:ext cx="2476500" cy="304800"/>
          </a:xfrm>
          <a:prstGeom prst="rect">
            <a:avLst/>
          </a:prstGeom>
          <a:noFill/>
          <a:ln w="0">
            <a:noFill/>
            <a:prstDash val="solid"/>
          </a:ln>
        </p:spPr>
        <p:txBody>
          <a:bodyPr wrap="square" lIns="0" tIns="0" rIns="0" bIns="0" anchor="t">
            <a:normAutofit/>
          </a:bodyPr>
          <a:lstStyle/>
          <a:p>
            <a:pPr algn="l">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필수 PPE 불일치 시 착용을 거절</a:t>
            </a:r>
          </a:p>
        </p:txBody>
      </p:sp>
      <p:sp>
        <p:nvSpPr>
          <p:cNvPr id="18" name="footer-brand-3">
            <a:extLst>
              <a:ext uri="{FF2B5EF4-FFF2-40B4-BE49-F238E27FC236}">
                <a16:creationId xmlns:a16="http://schemas.microsoft.com/office/drawing/2014/main" id="{68AF3499-2DA6-45EF-ABC6-3A33B8C8B62F}"/>
              </a:ext>
            </a:extLst>
          </p:cNvPr>
          <p:cNvSpPr>
            <a:spLocks noGrp="1"/>
          </p:cNvSpPr>
          <p:nvPr/>
        </p:nvSpPr>
        <p:spPr>
          <a:xfrm>
            <a:off x="571500" y="6486525"/>
            <a:ext cx="4000500" cy="171450"/>
          </a:xfrm>
          <a:prstGeom prst="rect">
            <a:avLst/>
          </a:prstGeom>
          <a:noFill/>
          <a:ln w="0">
            <a:noFill/>
            <a:prstDash val="solid"/>
          </a:ln>
        </p:spPr>
        <p:txBody>
          <a:bodyPr wrap="square" lIns="0" tIns="0" rIns="0" bIns="0" anchor="t">
            <a:normAutofit/>
          </a:bodyPr>
          <a:lstStyle/>
          <a:p>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19" name="footer-page-3">
            <a:extLst>
              <a:ext uri="{FF2B5EF4-FFF2-40B4-BE49-F238E27FC236}">
                <a16:creationId xmlns:a16="http://schemas.microsoft.com/office/drawing/2014/main" id="{8C03CD71-56E7-419C-B2B7-9B1EDE008DC0}"/>
              </a:ext>
            </a:extLst>
          </p:cNvPr>
          <p:cNvSpPr>
            <a:spLocks noGrp="1"/>
          </p:cNvSpPr>
          <p:nvPr/>
        </p:nvSpPr>
        <p:spPr>
          <a:xfrm>
            <a:off x="11049000" y="6457950"/>
            <a:ext cx="571500" cy="190500"/>
          </a:xfrm>
          <a:prstGeom prst="rect">
            <a:avLst/>
          </a:prstGeom>
          <a:noFill/>
          <a:ln w="0">
            <a:noFill/>
            <a:prstDash val="solid"/>
          </a:ln>
        </p:spPr>
        <p:txBody>
          <a:bodyPr wrap="square" lIns="0" tIns="0" rIns="0" bIns="0" anchor="t">
            <a:normAutofit/>
          </a:bodyPr>
          <a:lstStyle/>
          <a:p>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03</a:t>
            </a:r>
          </a:p>
        </p:txBody>
      </p:sp>
    </p:spTree>
    <p:extLst>
      <p:ext uri="{BB962C8B-B14F-4D97-AF65-F5344CB8AC3E}">
        <p14:creationId xmlns:p14="http://schemas.microsoft.com/office/powerpoint/2010/main" val="1222004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data-title">
            <a:extLst>
              <a:ext uri="{FF2B5EF4-FFF2-40B4-BE49-F238E27FC236}">
                <a16:creationId xmlns:a16="http://schemas.microsoft.com/office/drawing/2014/main" id="{27373392-C597-4EC3-9D37-A72C61A57D7F}"/>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lang="ko-KR" altLang="en-US" sz="2800" b="1">
                <a:solidFill>
                  <a:srgbClr val="102531"/>
                </a:solidFill>
                <a:latin typeface="Malgun Gothic"/>
                <a:ea typeface="Malgun Gothic"/>
                <a:cs typeface="Malgun Gothic"/>
              </a:rPr>
              <a:t>원본 서버 수집과 대시보드 개발을 분리한다</a:t>
            </a:r>
            <a:endParaRPr sz="2800" b="1">
              <a:solidFill>
                <a:srgbClr val="102531"/>
              </a:solidFill>
              <a:latin typeface="Malgun Gothic"/>
              <a:ea typeface="Malgun Gothic"/>
              <a:cs typeface="Malgun Gothic"/>
            </a:endParaRPr>
          </a:p>
        </p:txBody>
      </p:sp>
      <p:sp>
        <p:nvSpPr>
          <p:cNvPr id="2" name="data-subtitle">
            <a:extLst>
              <a:ext uri="{FF2B5EF4-FFF2-40B4-BE49-F238E27FC236}">
                <a16:creationId xmlns:a16="http://schemas.microsoft.com/office/drawing/2014/main" id="{50CDDCC8-E29B-4E3F-AC77-E15CDC50BD37}"/>
              </a:ext>
            </a:extLst>
          </p:cNvPr>
          <p:cNvSpPr>
            <a:spLocks noGrp="1"/>
          </p:cNvSpPr>
          <p:nvPr/>
        </p:nvSpPr>
        <p:spPr>
          <a:xfrm>
            <a:off x="571500" y="1066800"/>
            <a:ext cx="10287000" cy="30480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lang="en-US" altLang="ko-KR" sz="1500" b="0">
                <a:solidFill>
                  <a:srgbClr val="546874"/>
                </a:solidFill>
                <a:latin typeface="Malgun Gothic"/>
                <a:ea typeface="Malgun Gothic"/>
                <a:cs typeface="Malgun Gothic"/>
              </a:rPr>
              <a:t>Release Alpha</a:t>
            </a:r>
            <a:r>
              <a:rPr lang="ko-KR" altLang="en-US" sz="1500" b="0">
                <a:solidFill>
                  <a:srgbClr val="546874"/>
                </a:solidFill>
                <a:latin typeface="Malgun Gothic"/>
                <a:ea typeface="Malgun Gothic"/>
                <a:cs typeface="Malgun Gothic"/>
              </a:rPr>
              <a:t>는 재가공 가능한 원본을 남기고</a:t>
            </a:r>
            <a:r>
              <a:rPr lang="en-US" altLang="ko-KR" sz="1500" b="0">
                <a:solidFill>
                  <a:srgbClr val="546874"/>
                </a:solidFill>
                <a:latin typeface="Malgun Gothic"/>
                <a:ea typeface="Malgun Gothic"/>
                <a:cs typeface="Malgun Gothic"/>
              </a:rPr>
              <a:t>, </a:t>
            </a:r>
            <a:r>
              <a:rPr lang="ko-KR" altLang="en-US" sz="1500" b="0">
                <a:solidFill>
                  <a:srgbClr val="546874"/>
                </a:solidFill>
                <a:latin typeface="Malgun Gothic"/>
                <a:ea typeface="Malgun Gothic"/>
                <a:cs typeface="Malgun Gothic"/>
              </a:rPr>
              <a:t>지표</a:t>
            </a:r>
            <a:r>
              <a:rPr lang="en-US" altLang="ko-KR" sz="1500" b="0">
                <a:solidFill>
                  <a:srgbClr val="546874"/>
                </a:solidFill>
                <a:latin typeface="Malgun Gothic"/>
                <a:ea typeface="Malgun Gothic"/>
                <a:cs typeface="Malgun Gothic"/>
              </a:rPr>
              <a:t>·</a:t>
            </a:r>
            <a:r>
              <a:rPr lang="ko-KR" altLang="en-US" sz="1500" b="0">
                <a:solidFill>
                  <a:srgbClr val="546874"/>
                </a:solidFill>
                <a:latin typeface="Malgun Gothic"/>
                <a:ea typeface="Malgun Gothic"/>
                <a:cs typeface="Malgun Gothic"/>
              </a:rPr>
              <a:t>화면은 심사 기간에 확정</a:t>
            </a:r>
            <a:endParaRPr sz="1500" b="0">
              <a:solidFill>
                <a:srgbClr val="546874"/>
              </a:solidFill>
              <a:latin typeface="Malgun Gothic"/>
              <a:ea typeface="Malgun Gothic"/>
              <a:cs typeface="Malgun Gothic"/>
            </a:endParaRPr>
          </a:p>
        </p:txBody>
      </p:sp>
      <p:cxnSp>
        <p:nvCxnSpPr>
          <p:cNvPr id="39" name="pipeline-connector"/>
          <p:cNvCxnSpPr/>
          <p:nvPr/>
        </p:nvCxnSpPr>
        <p:spPr>
          <a:xfrm>
            <a:off x="1657350" y="2819400"/>
            <a:ext cx="8286750" cy="0"/>
          </a:xfrm>
          <a:prstGeom prst="straightConnector1">
            <a:avLst/>
          </a:prstGeom>
          <a:ln w="38100">
            <a:solidFill>
              <a:srgbClr val="B7C9D3"/>
            </a:solidFill>
            <a:prstDash val="solid"/>
          </a:ln>
        </p:spPr>
      </p:cxnSp>
      <p:sp>
        <p:nvSpPr>
          <p:cNvPr id="4" name="pipeline-arrow-1">
            <a:extLst>
              <a:ext uri="{FF2B5EF4-FFF2-40B4-BE49-F238E27FC236}">
                <a16:creationId xmlns:a16="http://schemas.microsoft.com/office/drawing/2014/main" id="{630A8F4E-D85D-4453-B809-FF20D33CD2D2}"/>
              </a:ext>
            </a:extLst>
          </p:cNvPr>
          <p:cNvSpPr>
            <a:spLocks noGrp="1"/>
          </p:cNvSpPr>
          <p:nvPr/>
        </p:nvSpPr>
        <p:spPr>
          <a:xfrm>
            <a:off x="2952750" y="2647950"/>
            <a:ext cx="400050" cy="342900"/>
          </a:xfrm>
          <a:prstGeom prst="chevron">
            <a:avLst/>
          </a:prstGeom>
          <a:solidFill>
            <a:srgbClr val="EAF3F7"/>
          </a:solidFill>
          <a:ln w="9525">
            <a:solidFill>
              <a:srgbClr val="B7C9D3"/>
            </a:solidFill>
            <a:prstDash val="solid"/>
          </a:ln>
        </p:spPr>
      </p:sp>
      <p:sp>
        <p:nvSpPr>
          <p:cNvPr id="5" name="pipeline-arrow-2">
            <a:extLst>
              <a:ext uri="{FF2B5EF4-FFF2-40B4-BE49-F238E27FC236}">
                <a16:creationId xmlns:a16="http://schemas.microsoft.com/office/drawing/2014/main" id="{70083CF8-DCAB-4A47-A13E-D91A2D2FE4FF}"/>
              </a:ext>
            </a:extLst>
          </p:cNvPr>
          <p:cNvSpPr>
            <a:spLocks noGrp="1"/>
          </p:cNvSpPr>
          <p:nvPr/>
        </p:nvSpPr>
        <p:spPr>
          <a:xfrm>
            <a:off x="5619750" y="2647950"/>
            <a:ext cx="400050" cy="342900"/>
          </a:xfrm>
          <a:prstGeom prst="chevron">
            <a:avLst/>
          </a:prstGeom>
          <a:solidFill>
            <a:srgbClr val="EAF3F7"/>
          </a:solidFill>
          <a:ln w="9525">
            <a:solidFill>
              <a:srgbClr val="B7C9D3"/>
            </a:solidFill>
            <a:prstDash val="solid"/>
          </a:ln>
        </p:spPr>
      </p:sp>
      <p:sp>
        <p:nvSpPr>
          <p:cNvPr id="6" name="pipeline-arrow-3">
            <a:extLst>
              <a:ext uri="{FF2B5EF4-FFF2-40B4-BE49-F238E27FC236}">
                <a16:creationId xmlns:a16="http://schemas.microsoft.com/office/drawing/2014/main" id="{67C9AF2C-C295-4C69-B901-06F139830ABE}"/>
              </a:ext>
            </a:extLst>
          </p:cNvPr>
          <p:cNvSpPr>
            <a:spLocks noGrp="1"/>
          </p:cNvSpPr>
          <p:nvPr/>
        </p:nvSpPr>
        <p:spPr>
          <a:xfrm>
            <a:off x="8286750" y="2647950"/>
            <a:ext cx="400050" cy="342900"/>
          </a:xfrm>
          <a:prstGeom prst="chevron">
            <a:avLst/>
          </a:prstGeom>
          <a:solidFill>
            <a:srgbClr val="EAF3F7"/>
          </a:solidFill>
          <a:ln w="9525">
            <a:solidFill>
              <a:srgbClr val="B7C9D3"/>
            </a:solidFill>
            <a:prstDash val="solid"/>
          </a:ln>
        </p:spPr>
      </p:sp>
      <p:sp>
        <p:nvSpPr>
          <p:cNvPr id="7" name="pipeline-node-1">
            <a:extLst>
              <a:ext uri="{FF2B5EF4-FFF2-40B4-BE49-F238E27FC236}">
                <a16:creationId xmlns:a16="http://schemas.microsoft.com/office/drawing/2014/main" id="{E441DB28-6EF3-465A-9731-3E8378033452}"/>
              </a:ext>
            </a:extLst>
          </p:cNvPr>
          <p:cNvSpPr>
            <a:spLocks noGrp="1"/>
          </p:cNvSpPr>
          <p:nvPr/>
        </p:nvSpPr>
        <p:spPr>
          <a:xfrm>
            <a:off x="1143000" y="2305050"/>
            <a:ext cx="1028700" cy="1028700"/>
          </a:xfrm>
          <a:prstGeom prst="ellipse">
            <a:avLst/>
          </a:prstGeom>
          <a:solidFill>
            <a:srgbClr val="1679B4"/>
          </a:solidFill>
          <a:ln w="38100">
            <a:solidFill>
              <a:srgbClr val="FFFFFF"/>
            </a:solidFill>
            <a:prstDash val="solid"/>
          </a:ln>
        </p:spPr>
      </p:sp>
      <p:sp>
        <p:nvSpPr>
          <p:cNvPr id="8" name="pipeline-number-1">
            <a:extLst>
              <a:ext uri="{FF2B5EF4-FFF2-40B4-BE49-F238E27FC236}">
                <a16:creationId xmlns:a16="http://schemas.microsoft.com/office/drawing/2014/main" id="{89F35B6C-605F-482C-A6A6-8C4478A16F7A}"/>
              </a:ext>
            </a:extLst>
          </p:cNvPr>
          <p:cNvSpPr>
            <a:spLocks noGrp="1"/>
          </p:cNvSpPr>
          <p:nvPr/>
        </p:nvSpPr>
        <p:spPr>
          <a:xfrm>
            <a:off x="1143000" y="2543175"/>
            <a:ext cx="1028700" cy="476250"/>
          </a:xfrm>
          <a:prstGeom prst="rect">
            <a:avLst/>
          </a:prstGeom>
          <a:noFill/>
          <a:ln w="0">
            <a:noFill/>
            <a:prstDash val="solid"/>
          </a:ln>
        </p:spPr>
        <p:txBody>
          <a:bodyPr wrap="square" lIns="0" tIns="0" rIns="0" bIns="0" anchor="ctr">
            <a:normAutofit/>
          </a:bodyPr>
          <a:lstStyle/>
          <a:p>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1</a:t>
            </a:r>
          </a:p>
        </p:txBody>
      </p:sp>
      <p:sp>
        <p:nvSpPr>
          <p:cNvPr id="9" name="pipeline-head-1">
            <a:extLst>
              <a:ext uri="{FF2B5EF4-FFF2-40B4-BE49-F238E27FC236}">
                <a16:creationId xmlns:a16="http://schemas.microsoft.com/office/drawing/2014/main" id="{A0E56902-0B46-4A3A-9BD9-AF7453280DDD}"/>
              </a:ext>
            </a:extLst>
          </p:cNvPr>
          <p:cNvSpPr>
            <a:spLocks noGrp="1"/>
          </p:cNvSpPr>
          <p:nvPr/>
        </p:nvSpPr>
        <p:spPr>
          <a:xfrm>
            <a:off x="666750" y="3638550"/>
            <a:ext cx="1981200" cy="342900"/>
          </a:xfrm>
          <a:prstGeom prst="rect">
            <a:avLst/>
          </a:prstGeom>
          <a:noFill/>
          <a:ln w="0">
            <a:noFill/>
            <a:prstDash val="solid"/>
          </a:ln>
        </p:spPr>
        <p:txBody>
          <a:bodyPr wrap="square" lIns="0" tIns="0" rIns="0" bIns="0" anchor="t">
            <a:normAutofit/>
          </a:bodyPr>
          <a:lstStyle/>
          <a:p>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Quest Client</a:t>
            </a:r>
          </a:p>
        </p:txBody>
      </p:sp>
      <p:sp>
        <p:nvSpPr>
          <p:cNvPr id="10" name="pipeline-body-1">
            <a:extLst>
              <a:ext uri="{FF2B5EF4-FFF2-40B4-BE49-F238E27FC236}">
                <a16:creationId xmlns:a16="http://schemas.microsoft.com/office/drawing/2014/main" id="{BF3E39BD-A64A-4EE3-BA05-BA253857564B}"/>
              </a:ext>
            </a:extLst>
          </p:cNvPr>
          <p:cNvSpPr>
            <a:spLocks noGrp="1"/>
          </p:cNvSpPr>
          <p:nvPr/>
        </p:nvSpPr>
        <p:spPr>
          <a:xfrm>
            <a:off x="571500" y="4095750"/>
            <a:ext cx="2171700" cy="552450"/>
          </a:xfrm>
          <a:prstGeom prst="rect">
            <a:avLst/>
          </a:prstGeom>
          <a:noFill/>
          <a:ln w="0">
            <a:noFill/>
            <a:prstDash val="solid"/>
          </a:ln>
        </p:spPr>
        <p:txBody>
          <a:bodyPr wrap="square" lIns="0" tIns="0" rIns="0" bIns="0" anchor="t">
            <a:normAutofit/>
          </a:bodyPr>
          <a:lstStyle/>
          <a:p>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행동·음성·평가 이벤트 기록</a:t>
            </a:r>
          </a:p>
        </p:txBody>
      </p:sp>
      <p:sp>
        <p:nvSpPr>
          <p:cNvPr id="11" name="pipeline-node-2">
            <a:extLst>
              <a:ext uri="{FF2B5EF4-FFF2-40B4-BE49-F238E27FC236}">
                <a16:creationId xmlns:a16="http://schemas.microsoft.com/office/drawing/2014/main" id="{3E8CCDD0-BE5A-4710-BC54-8842471BDD1D}"/>
              </a:ext>
            </a:extLst>
          </p:cNvPr>
          <p:cNvSpPr>
            <a:spLocks noGrp="1"/>
          </p:cNvSpPr>
          <p:nvPr/>
        </p:nvSpPr>
        <p:spPr>
          <a:xfrm>
            <a:off x="3810000" y="2305050"/>
            <a:ext cx="1028700" cy="1028700"/>
          </a:xfrm>
          <a:prstGeom prst="ellipse">
            <a:avLst/>
          </a:prstGeom>
          <a:solidFill>
            <a:srgbClr val="11A7C8"/>
          </a:solidFill>
          <a:ln w="38100">
            <a:solidFill>
              <a:srgbClr val="FFFFFF"/>
            </a:solidFill>
            <a:prstDash val="solid"/>
          </a:ln>
        </p:spPr>
      </p:sp>
      <p:sp>
        <p:nvSpPr>
          <p:cNvPr id="12" name="pipeline-number-2">
            <a:extLst>
              <a:ext uri="{FF2B5EF4-FFF2-40B4-BE49-F238E27FC236}">
                <a16:creationId xmlns:a16="http://schemas.microsoft.com/office/drawing/2014/main" id="{DED7A105-88C6-4B47-91F7-CD5F0A6C8D77}"/>
              </a:ext>
            </a:extLst>
          </p:cNvPr>
          <p:cNvSpPr>
            <a:spLocks noGrp="1"/>
          </p:cNvSpPr>
          <p:nvPr/>
        </p:nvSpPr>
        <p:spPr>
          <a:xfrm>
            <a:off x="3810000" y="2543175"/>
            <a:ext cx="1028700" cy="476250"/>
          </a:xfrm>
          <a:prstGeom prst="rect">
            <a:avLst/>
          </a:prstGeom>
          <a:noFill/>
          <a:ln w="0">
            <a:noFill/>
            <a:prstDash val="solid"/>
          </a:ln>
        </p:spPr>
        <p:txBody>
          <a:bodyPr wrap="square" lIns="0" tIns="0" rIns="0" bIns="0" anchor="ctr">
            <a:normAutofit/>
          </a:bodyPr>
          <a:lstStyle/>
          <a:p>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2</a:t>
            </a:r>
          </a:p>
        </p:txBody>
      </p:sp>
      <p:sp>
        <p:nvSpPr>
          <p:cNvPr id="13" name="pipeline-head-2">
            <a:extLst>
              <a:ext uri="{FF2B5EF4-FFF2-40B4-BE49-F238E27FC236}">
                <a16:creationId xmlns:a16="http://schemas.microsoft.com/office/drawing/2014/main" id="{D471056B-1380-421E-839E-C5D357C67992}"/>
              </a:ext>
            </a:extLst>
          </p:cNvPr>
          <p:cNvSpPr>
            <a:spLocks noGrp="1"/>
          </p:cNvSpPr>
          <p:nvPr/>
        </p:nvSpPr>
        <p:spPr>
          <a:xfrm>
            <a:off x="3333750" y="3638550"/>
            <a:ext cx="1981200" cy="342900"/>
          </a:xfrm>
          <a:prstGeom prst="rect">
            <a:avLst/>
          </a:prstGeom>
          <a:noFill/>
          <a:ln w="0">
            <a:noFill/>
            <a:prstDash val="solid"/>
          </a:ln>
        </p:spPr>
        <p:txBody>
          <a:bodyPr wrap="square" lIns="0" tIns="0" rIns="0" bIns="0" anchor="t">
            <a:normAutofit/>
          </a:bodyPr>
          <a:lstStyle/>
          <a:p>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JSONL · Queue</a:t>
            </a:r>
          </a:p>
        </p:txBody>
      </p:sp>
      <p:sp>
        <p:nvSpPr>
          <p:cNvPr id="14" name="pipeline-body-2">
            <a:extLst>
              <a:ext uri="{FF2B5EF4-FFF2-40B4-BE49-F238E27FC236}">
                <a16:creationId xmlns:a16="http://schemas.microsoft.com/office/drawing/2014/main" id="{B9DF9137-5DF7-4DB8-A0C3-E164BAEB9B99}"/>
              </a:ext>
            </a:extLst>
          </p:cNvPr>
          <p:cNvSpPr>
            <a:spLocks noGrp="1"/>
          </p:cNvSpPr>
          <p:nvPr/>
        </p:nvSpPr>
        <p:spPr>
          <a:xfrm>
            <a:off x="3238500" y="4095750"/>
            <a:ext cx="2171700" cy="552450"/>
          </a:xfrm>
          <a:prstGeom prst="rect">
            <a:avLst/>
          </a:prstGeom>
          <a:noFill/>
          <a:ln w="0">
            <a:noFill/>
            <a:prstDash val="solid"/>
          </a:ln>
        </p:spPr>
        <p:txBody>
          <a:bodyPr wrap="square" lIns="0" tIns="0" rIns="0" bIns="0" anchor="t">
            <a:normAutofit/>
          </a:bodyPr>
          <a:lstStyle/>
          <a:p>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오프라인 보존과 재전송</a:t>
            </a:r>
          </a:p>
        </p:txBody>
      </p:sp>
      <p:sp>
        <p:nvSpPr>
          <p:cNvPr id="15" name="pipeline-node-3">
            <a:extLst>
              <a:ext uri="{FF2B5EF4-FFF2-40B4-BE49-F238E27FC236}">
                <a16:creationId xmlns:a16="http://schemas.microsoft.com/office/drawing/2014/main" id="{5AD1651D-0C0F-4B72-B5EA-989DD89C2FB4}"/>
              </a:ext>
            </a:extLst>
          </p:cNvPr>
          <p:cNvSpPr>
            <a:spLocks noGrp="1"/>
          </p:cNvSpPr>
          <p:nvPr/>
        </p:nvSpPr>
        <p:spPr>
          <a:xfrm>
            <a:off x="6477000" y="2305050"/>
            <a:ext cx="1028700" cy="1028700"/>
          </a:xfrm>
          <a:prstGeom prst="ellipse">
            <a:avLst/>
          </a:prstGeom>
          <a:solidFill>
            <a:srgbClr val="00A88A"/>
          </a:solidFill>
          <a:ln w="38100">
            <a:solidFill>
              <a:srgbClr val="FFFFFF"/>
            </a:solidFill>
            <a:prstDash val="solid"/>
          </a:ln>
        </p:spPr>
      </p:sp>
      <p:sp>
        <p:nvSpPr>
          <p:cNvPr id="16" name="pipeline-number-3">
            <a:extLst>
              <a:ext uri="{FF2B5EF4-FFF2-40B4-BE49-F238E27FC236}">
                <a16:creationId xmlns:a16="http://schemas.microsoft.com/office/drawing/2014/main" id="{61D00257-E554-4034-A3C6-B04EB1699C7D}"/>
              </a:ext>
            </a:extLst>
          </p:cNvPr>
          <p:cNvSpPr>
            <a:spLocks noGrp="1"/>
          </p:cNvSpPr>
          <p:nvPr/>
        </p:nvSpPr>
        <p:spPr>
          <a:xfrm>
            <a:off x="6477000" y="2543175"/>
            <a:ext cx="1028700" cy="476250"/>
          </a:xfrm>
          <a:prstGeom prst="rect">
            <a:avLst/>
          </a:prstGeom>
          <a:noFill/>
          <a:ln w="0">
            <a:noFill/>
            <a:prstDash val="solid"/>
          </a:ln>
        </p:spPr>
        <p:txBody>
          <a:bodyPr wrap="square" lIns="0" tIns="0" rIns="0" bIns="0" anchor="ctr">
            <a:normAutofit/>
          </a:bodyPr>
          <a:lstStyle/>
          <a:p>
            <a:pPr algn="ctr">
              <a:buNone/>
              <a:defRPr sz="2550" b="1">
                <a:solidFill>
                  <a:srgbClr val="FFFFFF"/>
                </a:solidFill>
                <a:latin typeface="Malgun Gothic"/>
                <a:ea typeface="Malgun Gothic"/>
                <a:cs typeface="Malgun Gothic"/>
              </a:defRPr>
            </a:pPr>
            <a:r>
              <a:rPr sz="2550" b="1">
                <a:solidFill>
                  <a:srgbClr val="FFFFFF"/>
                </a:solidFill>
                <a:latin typeface="Malgun Gothic"/>
                <a:ea typeface="Malgun Gothic"/>
                <a:cs typeface="Malgun Gothic"/>
              </a:rPr>
              <a:t>3</a:t>
            </a:r>
          </a:p>
        </p:txBody>
      </p:sp>
      <p:sp>
        <p:nvSpPr>
          <p:cNvPr id="17" name="pipeline-head-3">
            <a:extLst>
              <a:ext uri="{FF2B5EF4-FFF2-40B4-BE49-F238E27FC236}">
                <a16:creationId xmlns:a16="http://schemas.microsoft.com/office/drawing/2014/main" id="{73D314CF-A7F3-4561-BD7E-F256286B0104}"/>
              </a:ext>
            </a:extLst>
          </p:cNvPr>
          <p:cNvSpPr>
            <a:spLocks noGrp="1"/>
          </p:cNvSpPr>
          <p:nvPr/>
        </p:nvSpPr>
        <p:spPr>
          <a:xfrm>
            <a:off x="6000750" y="3638550"/>
            <a:ext cx="1981200" cy="342900"/>
          </a:xfrm>
          <a:prstGeom prst="rect">
            <a:avLst/>
          </a:prstGeom>
          <a:noFill/>
          <a:ln w="0">
            <a:noFill/>
            <a:prstDash val="solid"/>
          </a:ln>
        </p:spPr>
        <p:txBody>
          <a:bodyPr wrap="square" lIns="0" tIns="0" rIns="0" bIns="0" anchor="t">
            <a:normAutofit/>
          </a:bodyPr>
          <a:lstStyle/>
          <a:p>
            <a:pPr algn="ctr">
              <a:buNone/>
              <a:defRPr sz="1800" b="1">
                <a:solidFill>
                  <a:srgbClr val="102531"/>
                </a:solidFill>
                <a:latin typeface="Malgun Gothic"/>
                <a:ea typeface="Malgun Gothic"/>
                <a:cs typeface="Malgun Gothic"/>
              </a:defRPr>
            </a:pPr>
            <a:r>
              <a:rPr sz="1800" b="1">
                <a:solidFill>
                  <a:srgbClr val="102531"/>
                </a:solidFill>
                <a:latin typeface="Malgun Gothic"/>
                <a:ea typeface="Malgun Gothic"/>
                <a:cs typeface="Malgun Gothic"/>
              </a:rPr>
              <a:t>Express · MySQL</a:t>
            </a:r>
          </a:p>
        </p:txBody>
      </p:sp>
      <p:sp>
        <p:nvSpPr>
          <p:cNvPr id="18" name="pipeline-body-3">
            <a:extLst>
              <a:ext uri="{FF2B5EF4-FFF2-40B4-BE49-F238E27FC236}">
                <a16:creationId xmlns:a16="http://schemas.microsoft.com/office/drawing/2014/main" id="{1D6B9F64-8BC9-4936-8F0D-6B19FEFAADBD}"/>
              </a:ext>
            </a:extLst>
          </p:cNvPr>
          <p:cNvSpPr>
            <a:spLocks noGrp="1"/>
          </p:cNvSpPr>
          <p:nvPr/>
        </p:nvSpPr>
        <p:spPr>
          <a:xfrm>
            <a:off x="5905500" y="4095750"/>
            <a:ext cx="2171700" cy="552450"/>
          </a:xfrm>
          <a:prstGeom prst="rect">
            <a:avLst/>
          </a:prstGeom>
          <a:noFill/>
          <a:ln w="0">
            <a:noFill/>
            <a:prstDash val="solid"/>
          </a:ln>
        </p:spPr>
        <p:txBody>
          <a:bodyPr wrap="square" lIns="0" tIns="0" rIns="0" bIns="0" anchor="t">
            <a:normAutofit/>
          </a:bodyPr>
          <a:lstStyle/>
          <a:p>
            <a:pPr algn="ctr">
              <a:buNone/>
              <a:defRPr sz="1350" b="0">
                <a:solidFill>
                  <a:srgbClr val="546874"/>
                </a:solidFill>
                <a:latin typeface="Malgun Gothic"/>
                <a:ea typeface="Malgun Gothic"/>
                <a:cs typeface="Malgun Gothic"/>
              </a:defRPr>
            </a:pPr>
            <a:r>
              <a:rPr sz="1350" b="0">
                <a:solidFill>
                  <a:srgbClr val="546874"/>
                </a:solidFill>
                <a:latin typeface="Malgun Gothic"/>
                <a:ea typeface="Malgun Gothic"/>
                <a:cs typeface="Malgun Gothic"/>
              </a:rPr>
              <a:t>세션·이벤트 수신 및 조회</a:t>
            </a:r>
          </a:p>
        </p:txBody>
      </p:sp>
      <p:sp>
        <p:nvSpPr>
          <p:cNvPr id="19" name="pipeline-node-4">
            <a:extLst>
              <a:ext uri="{FF2B5EF4-FFF2-40B4-BE49-F238E27FC236}">
                <a16:creationId xmlns:a16="http://schemas.microsoft.com/office/drawing/2014/main" id="{74D1497F-AE33-4651-BF34-52B02ED0E7FF}"/>
              </a:ext>
            </a:extLst>
          </p:cNvPr>
          <p:cNvSpPr>
            <a:spLocks noGrp="1"/>
          </p:cNvSpPr>
          <p:nvPr/>
        </p:nvSpPr>
        <p:spPr>
          <a:xfrm>
            <a:off x="9144000" y="2305050"/>
            <a:ext cx="1028700" cy="1028700"/>
          </a:xfrm>
          <a:prstGeom prst="ellipse">
            <a:avLst/>
          </a:prstGeom>
          <a:solidFill>
            <a:srgbClr val="F4C243"/>
          </a:solidFill>
          <a:ln w="38100">
            <a:solidFill>
              <a:srgbClr val="FFFFFF"/>
            </a:solidFill>
            <a:prstDash val="solid"/>
          </a:ln>
        </p:spPr>
      </p:sp>
      <p:sp>
        <p:nvSpPr>
          <p:cNvPr id="20" name="pipeline-number-4">
            <a:extLst>
              <a:ext uri="{FF2B5EF4-FFF2-40B4-BE49-F238E27FC236}">
                <a16:creationId xmlns:a16="http://schemas.microsoft.com/office/drawing/2014/main" id="{0F79007B-8B4F-4CE2-8D31-1CC547395E23}"/>
              </a:ext>
            </a:extLst>
          </p:cNvPr>
          <p:cNvSpPr>
            <a:spLocks noGrp="1"/>
          </p:cNvSpPr>
          <p:nvPr/>
        </p:nvSpPr>
        <p:spPr>
          <a:xfrm>
            <a:off x="9144000" y="2543175"/>
            <a:ext cx="1028700" cy="476250"/>
          </a:xfrm>
          <a:prstGeom prst="rect">
            <a:avLst/>
          </a:prstGeom>
          <a:noFill/>
          <a:ln w="0">
            <a:noFill/>
            <a:prstDash val="solid"/>
          </a:ln>
        </p:spPr>
        <p:txBody>
          <a:bodyPr wrap="square" lIns="0" tIns="0" rIns="0" bIns="0" anchor="ctr">
            <a:normAutofit/>
          </a:bodyPr>
          <a:lstStyle/>
          <a:p>
            <a:pPr algn="ctr">
              <a:buNone/>
              <a:defRPr sz="2550" b="1">
                <a:solidFill>
                  <a:srgbClr val="102531"/>
                </a:solidFill>
                <a:latin typeface="Malgun Gothic"/>
                <a:ea typeface="Malgun Gothic"/>
                <a:cs typeface="Malgun Gothic"/>
              </a:defRPr>
            </a:pPr>
            <a:r>
              <a:rPr sz="2550" b="1">
                <a:solidFill>
                  <a:srgbClr val="102531"/>
                </a:solidFill>
                <a:latin typeface="Malgun Gothic"/>
                <a:ea typeface="Malgun Gothic"/>
                <a:cs typeface="Malgun Gothic"/>
              </a:rPr>
              <a:t>4</a:t>
            </a:r>
          </a:p>
        </p:txBody>
      </p:sp>
      <p:sp>
        <p:nvSpPr>
          <p:cNvPr id="21" name="pipeline-head-4">
            <a:extLst>
              <a:ext uri="{FF2B5EF4-FFF2-40B4-BE49-F238E27FC236}">
                <a16:creationId xmlns:a16="http://schemas.microsoft.com/office/drawing/2014/main" id="{3B05D0BB-AC03-4F22-9376-FF102F960332}"/>
              </a:ext>
            </a:extLst>
          </p:cNvPr>
          <p:cNvSpPr>
            <a:spLocks noGrp="1"/>
          </p:cNvSpPr>
          <p:nvPr/>
        </p:nvSpPr>
        <p:spPr>
          <a:xfrm>
            <a:off x="8667750" y="3638550"/>
            <a:ext cx="1981200" cy="342900"/>
          </a:xfrm>
          <a:prstGeom prst="rect">
            <a:avLst/>
          </a:prstGeom>
          <a:noFill/>
          <a:ln w="0">
            <a:noFill/>
            <a:prstDash val="solid"/>
          </a:ln>
        </p:spPr>
        <p:txBody>
          <a:bodyPr wrap="square" lIns="0" tIns="0" rIns="0" bIns="0" anchor="t">
            <a:normAutofit/>
          </a:bodyPr>
          <a:lstStyle/>
          <a:p>
            <a:pPr algn="ctr">
              <a:buNone/>
              <a:defRPr sz="1800" b="1">
                <a:solidFill>
                  <a:srgbClr val="102531"/>
                </a:solidFill>
                <a:latin typeface="Malgun Gothic"/>
                <a:ea typeface="Malgun Gothic"/>
                <a:cs typeface="Malgun Gothic"/>
              </a:defRPr>
            </a:pPr>
            <a:r>
              <a:rPr lang="ko-KR" altLang="en-US" sz="1800" b="1">
                <a:solidFill>
                  <a:srgbClr val="102531"/>
                </a:solidFill>
                <a:latin typeface="Malgun Gothic"/>
                <a:ea typeface="Malgun Gothic"/>
                <a:cs typeface="Malgun Gothic"/>
              </a:rPr>
              <a:t>심사 기간</a:t>
            </a:r>
            <a:endParaRPr sz="1800" b="1">
              <a:solidFill>
                <a:srgbClr val="102531"/>
              </a:solidFill>
              <a:latin typeface="Malgun Gothic"/>
              <a:ea typeface="Malgun Gothic"/>
              <a:cs typeface="Malgun Gothic"/>
            </a:endParaRPr>
          </a:p>
        </p:txBody>
      </p:sp>
      <p:sp>
        <p:nvSpPr>
          <p:cNvPr id="22" name="pipeline-body-4">
            <a:extLst>
              <a:ext uri="{FF2B5EF4-FFF2-40B4-BE49-F238E27FC236}">
                <a16:creationId xmlns:a16="http://schemas.microsoft.com/office/drawing/2014/main" id="{5AA7E4EB-F521-459D-B91D-5575CDFCAC6D}"/>
              </a:ext>
            </a:extLst>
          </p:cNvPr>
          <p:cNvSpPr>
            <a:spLocks noGrp="1"/>
          </p:cNvSpPr>
          <p:nvPr/>
        </p:nvSpPr>
        <p:spPr>
          <a:xfrm>
            <a:off x="8572500" y="4095750"/>
            <a:ext cx="2171700" cy="552450"/>
          </a:xfrm>
          <a:prstGeom prst="rect">
            <a:avLst/>
          </a:prstGeom>
          <a:noFill/>
          <a:ln w="0">
            <a:noFill/>
            <a:prstDash val="solid"/>
          </a:ln>
        </p:spPr>
        <p:txBody>
          <a:bodyPr wrap="square" lIns="0" tIns="0" rIns="0" bIns="0" anchor="t">
            <a:normAutofit/>
          </a:bodyPr>
          <a:lstStyle/>
          <a:p>
            <a:pPr algn="ctr">
              <a:buNone/>
              <a:defRPr sz="1350" b="0">
                <a:solidFill>
                  <a:srgbClr val="546874"/>
                </a:solidFill>
                <a:latin typeface="Malgun Gothic"/>
                <a:ea typeface="Malgun Gothic"/>
                <a:cs typeface="Malgun Gothic"/>
              </a:defRPr>
            </a:pPr>
            <a:r>
              <a:rPr lang="ko-KR" altLang="en-US" sz="1350" b="0">
                <a:solidFill>
                  <a:srgbClr val="546874"/>
                </a:solidFill>
                <a:latin typeface="Malgun Gothic"/>
                <a:ea typeface="Malgun Gothic"/>
                <a:cs typeface="Malgun Gothic"/>
              </a:rPr>
              <a:t>원본 기반 지표</a:t>
            </a:r>
            <a:r>
              <a:rPr lang="en-US" altLang="ko-KR" sz="1350" b="0">
                <a:solidFill>
                  <a:srgbClr val="546874"/>
                </a:solidFill>
                <a:latin typeface="Malgun Gothic"/>
                <a:ea typeface="Malgun Gothic"/>
                <a:cs typeface="Malgun Gothic"/>
              </a:rPr>
              <a:t>·</a:t>
            </a:r>
            <a:r>
              <a:rPr lang="ko-KR" altLang="en-US" sz="1350" b="0">
                <a:solidFill>
                  <a:srgbClr val="546874"/>
                </a:solidFill>
                <a:latin typeface="Malgun Gothic"/>
                <a:ea typeface="Malgun Gothic"/>
                <a:cs typeface="Malgun Gothic"/>
              </a:rPr>
              <a:t>화면 확정</a:t>
            </a:r>
            <a:endParaRPr sz="1350" b="0">
              <a:solidFill>
                <a:srgbClr val="546874"/>
              </a:solidFill>
              <a:latin typeface="Malgun Gothic"/>
              <a:ea typeface="Malgun Gothic"/>
              <a:cs typeface="Malgun Gothic"/>
            </a:endParaRPr>
          </a:p>
        </p:txBody>
      </p:sp>
      <p:sp>
        <p:nvSpPr>
          <p:cNvPr id="23" name="직사각형 22">
            <a:extLst>
              <a:ext uri="{FF2B5EF4-FFF2-40B4-BE49-F238E27FC236}">
                <a16:creationId xmlns:a16="http://schemas.microsoft.com/office/drawing/2014/main" id="{457A60BB-49B6-4E30-AD08-6E7171745A16}"/>
              </a:ext>
            </a:extLst>
          </p:cNvPr>
          <p:cNvSpPr>
            <a:spLocks noGrp="1"/>
          </p:cNvSpPr>
          <p:nvPr/>
        </p:nvSpPr>
        <p:spPr>
          <a:xfrm>
            <a:off x="571500" y="5238750"/>
            <a:ext cx="11049000" cy="895350"/>
          </a:xfrm>
          <a:prstGeom prst="rect">
            <a:avLst/>
          </a:prstGeom>
          <a:solidFill>
            <a:srgbClr val="EAF3F7"/>
          </a:solidFill>
          <a:ln w="0">
            <a:noFill/>
            <a:prstDash val="solid"/>
          </a:ln>
        </p:spPr>
      </p:sp>
      <p:sp>
        <p:nvSpPr>
          <p:cNvPr id="24" name="pipeline-current-label">
            <a:extLst>
              <a:ext uri="{FF2B5EF4-FFF2-40B4-BE49-F238E27FC236}">
                <a16:creationId xmlns:a16="http://schemas.microsoft.com/office/drawing/2014/main" id="{6FFA2287-151B-4666-8D79-157EF1D51567}"/>
              </a:ext>
            </a:extLst>
          </p:cNvPr>
          <p:cNvSpPr>
            <a:spLocks noGrp="1"/>
          </p:cNvSpPr>
          <p:nvPr/>
        </p:nvSpPr>
        <p:spPr>
          <a:xfrm>
            <a:off x="800100" y="5410200"/>
            <a:ext cx="762000" cy="266700"/>
          </a:xfrm>
          <a:prstGeom prst="rect">
            <a:avLst/>
          </a:prstGeom>
          <a:noFill/>
          <a:ln w="0">
            <a:noFill/>
            <a:prstDash val="solid"/>
          </a:ln>
        </p:spPr>
        <p:txBody>
          <a:bodyPr wrap="square" lIns="0" tIns="0" rIns="0" bIns="0" anchor="t">
            <a:normAutofit/>
          </a:bodyPr>
          <a:lstStyle/>
          <a:p>
            <a:pPr algn="l">
              <a:buNone/>
              <a:defRPr sz="1500" b="1">
                <a:solidFill>
                  <a:srgbClr val="00A88A"/>
                </a:solidFill>
                <a:latin typeface="Malgun Gothic"/>
                <a:ea typeface="Malgun Gothic"/>
                <a:cs typeface="Malgun Gothic"/>
              </a:defRPr>
            </a:pPr>
            <a:r>
              <a:rPr sz="1500" b="1">
                <a:solidFill>
                  <a:srgbClr val="00A88A"/>
                </a:solidFill>
                <a:latin typeface="Malgun Gothic"/>
                <a:ea typeface="Malgun Gothic"/>
                <a:cs typeface="Malgun Gothic"/>
              </a:rPr>
              <a:t>현재</a:t>
            </a:r>
          </a:p>
        </p:txBody>
      </p:sp>
      <p:sp>
        <p:nvSpPr>
          <p:cNvPr id="25" name="pipeline-current">
            <a:extLst>
              <a:ext uri="{FF2B5EF4-FFF2-40B4-BE49-F238E27FC236}">
                <a16:creationId xmlns:a16="http://schemas.microsoft.com/office/drawing/2014/main" id="{D7BC320E-A2B8-4DC3-BB52-1BB5209F9BE7}"/>
              </a:ext>
            </a:extLst>
          </p:cNvPr>
          <p:cNvSpPr>
            <a:spLocks noGrp="1"/>
          </p:cNvSpPr>
          <p:nvPr/>
        </p:nvSpPr>
        <p:spPr>
          <a:xfrm>
            <a:off x="800100" y="5743575"/>
            <a:ext cx="4476750" cy="285750"/>
          </a:xfrm>
          <a:prstGeom prst="rect">
            <a:avLst/>
          </a:prstGeom>
          <a:noFill/>
          <a:ln w="0">
            <a:noFill/>
            <a:prstDash val="solid"/>
          </a:ln>
        </p:spPr>
        <p:txBody>
          <a:bodyPr wrap="square" lIns="0" tIns="0" rIns="0" bIns="0" anchor="t">
            <a:normAutofit/>
          </a:bodyPr>
          <a:lstStyle/>
          <a:p>
            <a:pPr algn="l">
              <a:buNone/>
              <a:defRPr sz="1650" b="1">
                <a:solidFill>
                  <a:srgbClr val="102531"/>
                </a:solidFill>
                <a:latin typeface="Malgun Gothic"/>
                <a:ea typeface="Malgun Gothic"/>
                <a:cs typeface="Malgun Gothic"/>
              </a:defRPr>
            </a:pPr>
            <a:r>
              <a:rPr lang="en-US" altLang="ko-KR" sz="1650" b="1">
                <a:solidFill>
                  <a:srgbClr val="102531"/>
                </a:solidFill>
                <a:latin typeface="Malgun Gothic"/>
                <a:ea typeface="Malgun Gothic"/>
                <a:cs typeface="Malgun Gothic"/>
              </a:rPr>
              <a:t>JSONL·</a:t>
            </a:r>
            <a:r>
              <a:rPr lang="ko-KR" altLang="en-US" sz="1650" b="1">
                <a:solidFill>
                  <a:srgbClr val="102531"/>
                </a:solidFill>
                <a:latin typeface="Malgun Gothic"/>
                <a:ea typeface="Malgun Gothic"/>
                <a:cs typeface="Malgun Gothic"/>
              </a:rPr>
              <a:t>서버 원본 계약 확보</a:t>
            </a:r>
            <a:endParaRPr sz="1650" b="1">
              <a:solidFill>
                <a:srgbClr val="102531"/>
              </a:solidFill>
              <a:latin typeface="Malgun Gothic"/>
              <a:ea typeface="Malgun Gothic"/>
              <a:cs typeface="Malgun Gothic"/>
            </a:endParaRPr>
          </a:p>
        </p:txBody>
      </p:sp>
      <p:sp>
        <p:nvSpPr>
          <p:cNvPr id="26" name="직사각형 25">
            <a:extLst>
              <a:ext uri="{FF2B5EF4-FFF2-40B4-BE49-F238E27FC236}">
                <a16:creationId xmlns:a16="http://schemas.microsoft.com/office/drawing/2014/main" id="{95F85A1A-3087-4329-88CF-7D93DE560C3D}"/>
              </a:ext>
            </a:extLst>
          </p:cNvPr>
          <p:cNvSpPr>
            <a:spLocks noGrp="1"/>
          </p:cNvSpPr>
          <p:nvPr/>
        </p:nvSpPr>
        <p:spPr>
          <a:xfrm>
            <a:off x="5953125" y="5429250"/>
            <a:ext cx="19050" cy="514350"/>
          </a:xfrm>
          <a:prstGeom prst="rect">
            <a:avLst/>
          </a:prstGeom>
          <a:solidFill>
            <a:srgbClr val="B7C9D3"/>
          </a:solidFill>
          <a:ln w="0">
            <a:noFill/>
            <a:prstDash val="solid"/>
          </a:ln>
        </p:spPr>
      </p:sp>
      <p:sp>
        <p:nvSpPr>
          <p:cNvPr id="27" name="pipeline-next-label">
            <a:extLst>
              <a:ext uri="{FF2B5EF4-FFF2-40B4-BE49-F238E27FC236}">
                <a16:creationId xmlns:a16="http://schemas.microsoft.com/office/drawing/2014/main" id="{90A505A5-F22F-438F-970A-EC75ACDEA6D6}"/>
              </a:ext>
            </a:extLst>
          </p:cNvPr>
          <p:cNvSpPr>
            <a:spLocks noGrp="1"/>
          </p:cNvSpPr>
          <p:nvPr/>
        </p:nvSpPr>
        <p:spPr>
          <a:xfrm>
            <a:off x="6286500" y="5410200"/>
            <a:ext cx="1143000" cy="266700"/>
          </a:xfrm>
          <a:prstGeom prst="rect">
            <a:avLst/>
          </a:prstGeom>
          <a:noFill/>
          <a:ln w="0">
            <a:noFill/>
            <a:prstDash val="solid"/>
          </a:ln>
        </p:spPr>
        <p:txBody>
          <a:bodyPr wrap="square" lIns="0" tIns="0" rIns="0" bIns="0" anchor="t">
            <a:normAutofit/>
          </a:bodyPr>
          <a:lstStyle/>
          <a:p>
            <a:pPr algn="l">
              <a:buNone/>
              <a:defRPr sz="1500" b="1">
                <a:solidFill>
                  <a:srgbClr val="1679B4"/>
                </a:solidFill>
                <a:latin typeface="Malgun Gothic"/>
                <a:ea typeface="Malgun Gothic"/>
                <a:cs typeface="Malgun Gothic"/>
              </a:defRPr>
            </a:pPr>
            <a:r>
              <a:rPr sz="1500" b="1">
                <a:solidFill>
                  <a:srgbClr val="1679B4"/>
                </a:solidFill>
                <a:latin typeface="Malgun Gothic"/>
                <a:ea typeface="Malgun Gothic"/>
                <a:cs typeface="Malgun Gothic"/>
              </a:rPr>
              <a:t>다음 검증</a:t>
            </a:r>
          </a:p>
        </p:txBody>
      </p:sp>
      <p:sp>
        <p:nvSpPr>
          <p:cNvPr id="28" name="pipeline-next">
            <a:extLst>
              <a:ext uri="{FF2B5EF4-FFF2-40B4-BE49-F238E27FC236}">
                <a16:creationId xmlns:a16="http://schemas.microsoft.com/office/drawing/2014/main" id="{61E0E41A-F718-4C05-B1AA-8AB37C680B21}"/>
              </a:ext>
            </a:extLst>
          </p:cNvPr>
          <p:cNvSpPr>
            <a:spLocks noGrp="1"/>
          </p:cNvSpPr>
          <p:nvPr/>
        </p:nvSpPr>
        <p:spPr>
          <a:xfrm>
            <a:off x="6286500" y="5743575"/>
            <a:ext cx="4953000" cy="285750"/>
          </a:xfrm>
          <a:prstGeom prst="rect">
            <a:avLst/>
          </a:prstGeom>
          <a:noFill/>
          <a:ln w="0">
            <a:noFill/>
            <a:prstDash val="solid"/>
          </a:ln>
        </p:spPr>
        <p:txBody>
          <a:bodyPr wrap="square" lIns="0" tIns="0" rIns="0" bIns="0" anchor="t">
            <a:normAutofit/>
          </a:bodyPr>
          <a:lstStyle/>
          <a:p>
            <a:pPr algn="l">
              <a:buNone/>
              <a:defRPr sz="1650" b="1">
                <a:solidFill>
                  <a:srgbClr val="102531"/>
                </a:solidFill>
                <a:latin typeface="Malgun Gothic"/>
                <a:ea typeface="Malgun Gothic"/>
                <a:cs typeface="Malgun Gothic"/>
              </a:defRPr>
            </a:pPr>
            <a:r>
              <a:rPr lang="en-US" sz="1650" b="1">
                <a:solidFill>
                  <a:srgbClr val="102531"/>
                </a:solidFill>
                <a:latin typeface="Malgun Gothic"/>
                <a:ea typeface="Malgun Gothic"/>
                <a:cs typeface="Malgun Gothic"/>
              </a:rPr>
              <a:t>Release HTTPS </a:t>
            </a:r>
            <a:r>
              <a:rPr lang="ko-KR" altLang="en-US" sz="1650" b="1">
                <a:solidFill>
                  <a:srgbClr val="102531"/>
                </a:solidFill>
                <a:latin typeface="Malgun Gothic"/>
                <a:ea typeface="Malgun Gothic"/>
                <a:cs typeface="Malgun Gothic"/>
              </a:rPr>
              <a:t>인증 → </a:t>
            </a:r>
            <a:r>
              <a:rPr lang="en-US" sz="1650" b="1">
                <a:solidFill>
                  <a:srgbClr val="102531"/>
                </a:solidFill>
                <a:latin typeface="Malgun Gothic"/>
                <a:ea typeface="Malgun Gothic"/>
                <a:cs typeface="Malgun Gothic"/>
              </a:rPr>
              <a:t>Quest </a:t>
            </a:r>
            <a:r>
              <a:rPr lang="ko-KR" altLang="en-US" sz="1650" b="1">
                <a:solidFill>
                  <a:srgbClr val="102531"/>
                </a:solidFill>
                <a:latin typeface="Malgun Gothic"/>
                <a:ea typeface="Malgun Gothic"/>
                <a:cs typeface="Malgun Gothic"/>
              </a:rPr>
              <a:t>실제 적재</a:t>
            </a:r>
            <a:endParaRPr sz="1650" b="1">
              <a:solidFill>
                <a:srgbClr val="102531"/>
              </a:solidFill>
              <a:latin typeface="Malgun Gothic"/>
              <a:ea typeface="Malgun Gothic"/>
              <a:cs typeface="Malgun Gothic"/>
            </a:endParaRPr>
          </a:p>
        </p:txBody>
      </p:sp>
      <p:sp>
        <p:nvSpPr>
          <p:cNvPr id="29" name="footer-brand-4">
            <a:extLst>
              <a:ext uri="{FF2B5EF4-FFF2-40B4-BE49-F238E27FC236}">
                <a16:creationId xmlns:a16="http://schemas.microsoft.com/office/drawing/2014/main" id="{326FA676-1F93-45D0-9ACA-EDBC09289CEC}"/>
              </a:ext>
            </a:extLst>
          </p:cNvPr>
          <p:cNvSpPr>
            <a:spLocks noGrp="1"/>
          </p:cNvSpPr>
          <p:nvPr/>
        </p:nvSpPr>
        <p:spPr>
          <a:xfrm>
            <a:off x="571500" y="6486525"/>
            <a:ext cx="4000500" cy="171450"/>
          </a:xfrm>
          <a:prstGeom prst="rect">
            <a:avLst/>
          </a:prstGeom>
          <a:noFill/>
          <a:ln w="0">
            <a:noFill/>
            <a:prstDash val="solid"/>
          </a:ln>
        </p:spPr>
        <p:txBody>
          <a:bodyPr wrap="square" lIns="0" tIns="0" rIns="0" bIns="0" anchor="t">
            <a:normAutofit/>
          </a:bodyPr>
          <a:lstStyle/>
          <a:p>
            <a:pPr algn="l">
              <a:buNone/>
              <a:defRPr sz="900" b="1">
                <a:solidFill>
                  <a:srgbClr val="546874"/>
                </a:solidFill>
                <a:latin typeface="Malgun Gothic"/>
                <a:ea typeface="Malgun Gothic"/>
                <a:cs typeface="Malgun Gothic"/>
              </a:defRPr>
            </a:pPr>
            <a:r>
              <a:rPr sz="900" b="1">
                <a:solidFill>
                  <a:srgbClr val="546874"/>
                </a:solidFill>
                <a:latin typeface="Malgun Gothic"/>
                <a:ea typeface="Malgun Gothic"/>
                <a:cs typeface="Malgun Gothic"/>
              </a:rPr>
              <a:t>TYCHE CHEMICAL SAFETY TRAINING</a:t>
            </a:r>
          </a:p>
        </p:txBody>
      </p:sp>
      <p:sp>
        <p:nvSpPr>
          <p:cNvPr id="30" name="footer-page-4">
            <a:extLst>
              <a:ext uri="{FF2B5EF4-FFF2-40B4-BE49-F238E27FC236}">
                <a16:creationId xmlns:a16="http://schemas.microsoft.com/office/drawing/2014/main" id="{BD9080FD-B10E-4B7F-B974-C5D1F622C82E}"/>
              </a:ext>
            </a:extLst>
          </p:cNvPr>
          <p:cNvSpPr>
            <a:spLocks noGrp="1"/>
          </p:cNvSpPr>
          <p:nvPr/>
        </p:nvSpPr>
        <p:spPr>
          <a:xfrm>
            <a:off x="11049000" y="6457950"/>
            <a:ext cx="571500" cy="190500"/>
          </a:xfrm>
          <a:prstGeom prst="rect">
            <a:avLst/>
          </a:prstGeom>
          <a:noFill/>
          <a:ln w="0">
            <a:noFill/>
            <a:prstDash val="solid"/>
          </a:ln>
        </p:spPr>
        <p:txBody>
          <a:bodyPr wrap="square" lIns="0" tIns="0" rIns="0" bIns="0" anchor="t">
            <a:normAutofit/>
          </a:bodyPr>
          <a:lstStyle/>
          <a:p>
            <a:pPr algn="r">
              <a:buNone/>
              <a:defRPr sz="975" b="1">
                <a:solidFill>
                  <a:srgbClr val="546874"/>
                </a:solidFill>
                <a:latin typeface="Malgun Gothic"/>
                <a:ea typeface="Malgun Gothic"/>
                <a:cs typeface="Malgun Gothic"/>
              </a:defRPr>
            </a:pPr>
            <a:r>
              <a:rPr sz="975" b="1">
                <a:solidFill>
                  <a:srgbClr val="546874"/>
                </a:solidFill>
                <a:latin typeface="Malgun Gothic"/>
                <a:ea typeface="Malgun Gothic"/>
                <a:cs typeface="Malgun Gothic"/>
              </a:rPr>
              <a:t>04</a:t>
            </a:r>
          </a:p>
        </p:txBody>
      </p:sp>
    </p:spTree>
    <p:extLst>
      <p:ext uri="{BB962C8B-B14F-4D97-AF65-F5344CB8AC3E}">
        <p14:creationId xmlns:p14="http://schemas.microsoft.com/office/powerpoint/2010/main" val="53440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 name="closing-title">
            <a:extLst>
              <a:ext uri="{FF2B5EF4-FFF2-40B4-BE49-F238E27FC236}">
                <a16:creationId xmlns:a16="http://schemas.microsoft.com/office/drawing/2014/main" id="{FFBE1397-716E-4C0C-9AA3-DF840E1916CC}"/>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lang="en-US" altLang="ko-KR" sz="3225" b="1">
                <a:solidFill>
                  <a:srgbClr val="102531"/>
                </a:solidFill>
                <a:latin typeface="Malgun Gothic"/>
                <a:ea typeface="Malgun Gothic"/>
                <a:cs typeface="Malgun Gothic"/>
              </a:rPr>
              <a:t>Alpha </a:t>
            </a:r>
            <a:r>
              <a:rPr lang="ko-KR" altLang="en-US" sz="3225" b="1">
                <a:solidFill>
                  <a:srgbClr val="102531"/>
                </a:solidFill>
                <a:latin typeface="Malgun Gothic"/>
                <a:ea typeface="Malgun Gothic"/>
                <a:cs typeface="Malgun Gothic"/>
              </a:rPr>
              <a:t>기능 기반은 확보했고</a:t>
            </a:r>
            <a:r>
              <a:rPr lang="en-US" altLang="ko-KR" sz="3225" b="1">
                <a:solidFill>
                  <a:srgbClr val="102531"/>
                </a:solidFill>
                <a:latin typeface="Malgun Gothic"/>
                <a:ea typeface="Malgun Gothic"/>
                <a:cs typeface="Malgun Gothic"/>
              </a:rPr>
              <a:t>, Release </a:t>
            </a:r>
            <a:r>
              <a:rPr lang="ko-KR" altLang="en-US" sz="3225" b="1">
                <a:solidFill>
                  <a:srgbClr val="102531"/>
                </a:solidFill>
                <a:latin typeface="Malgun Gothic"/>
                <a:ea typeface="Malgun Gothic"/>
                <a:cs typeface="Malgun Gothic"/>
              </a:rPr>
              <a:t>연동이 남아 있다</a:t>
            </a:r>
            <a:endParaRPr sz="3225" b="1">
              <a:solidFill>
                <a:srgbClr val="102531"/>
              </a:solidFill>
              <a:latin typeface="Malgun Gothic"/>
              <a:ea typeface="Malgun Gothic"/>
              <a:cs typeface="Malgun Gothic"/>
            </a:endParaRPr>
          </a:p>
        </p:txBody>
      </p:sp>
      <p:sp>
        <p:nvSpPr>
          <p:cNvPr id="2" name="closing-subtitle">
            <a:extLst>
              <a:ext uri="{FF2B5EF4-FFF2-40B4-BE49-F238E27FC236}">
                <a16:creationId xmlns:a16="http://schemas.microsoft.com/office/drawing/2014/main" id="{0B849196-B11D-4E8D-9759-987BA861FEBD}"/>
              </a:ext>
            </a:extLst>
          </p:cNvPr>
          <p:cNvSpPr>
            <a:spLocks noGrp="1"/>
          </p:cNvSpPr>
          <p:nvPr/>
        </p:nvSpPr>
        <p:spPr>
          <a:xfrm>
            <a:off x="571500" y="1066800"/>
            <a:ext cx="8763000" cy="30480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lang="ko-KR" altLang="en-US" sz="1500" b="0">
                <a:solidFill>
                  <a:srgbClr val="546874"/>
                </a:solidFill>
                <a:latin typeface="Malgun Gothic"/>
                <a:ea typeface="Malgun Gothic"/>
                <a:cs typeface="Malgun Gothic"/>
              </a:rPr>
              <a:t>코드</a:t>
            </a:r>
            <a:r>
              <a:rPr lang="en-US" altLang="ko-KR" sz="1500" b="0">
                <a:solidFill>
                  <a:srgbClr val="546874"/>
                </a:solidFill>
                <a:latin typeface="Malgun Gothic"/>
                <a:ea typeface="Malgun Gothic"/>
                <a:cs typeface="Malgun Gothic"/>
              </a:rPr>
              <a:t>·</a:t>
            </a:r>
            <a:r>
              <a:rPr lang="ko-KR" altLang="en-US" sz="1500" b="0">
                <a:solidFill>
                  <a:srgbClr val="546874"/>
                </a:solidFill>
                <a:latin typeface="Malgun Gothic"/>
                <a:ea typeface="Malgun Gothic"/>
                <a:cs typeface="Malgun Gothic"/>
              </a:rPr>
              <a:t>씬 구현과 </a:t>
            </a:r>
            <a:r>
              <a:rPr lang="en-US" altLang="ko-KR" sz="1500" b="0">
                <a:solidFill>
                  <a:srgbClr val="546874"/>
                </a:solidFill>
                <a:latin typeface="Malgun Gothic"/>
                <a:ea typeface="Malgun Gothic"/>
                <a:cs typeface="Malgun Gothic"/>
              </a:rPr>
              <a:t>Quest·</a:t>
            </a:r>
            <a:r>
              <a:rPr lang="ko-KR" altLang="en-US" sz="1500" b="0">
                <a:solidFill>
                  <a:srgbClr val="546874"/>
                </a:solidFill>
                <a:latin typeface="Malgun Gothic"/>
                <a:ea typeface="Malgun Gothic"/>
                <a:cs typeface="Malgun Gothic"/>
              </a:rPr>
              <a:t>서버 통합 검증 상태를 구분합니다</a:t>
            </a:r>
            <a:endParaRPr sz="1500" b="0">
              <a:solidFill>
                <a:srgbClr val="546874"/>
              </a:solidFill>
              <a:latin typeface="Malgun Gothic"/>
              <a:ea typeface="Malgun Gothic"/>
              <a:cs typeface="Malgun Gothic"/>
            </a:endParaRPr>
          </a:p>
        </p:txBody>
      </p:sp>
      <p:sp>
        <p:nvSpPr>
          <p:cNvPr id="3" name="직사각형 2">
            <a:extLst>
              <a:ext uri="{FF2B5EF4-FFF2-40B4-BE49-F238E27FC236}">
                <a16:creationId xmlns:a16="http://schemas.microsoft.com/office/drawing/2014/main" id="{4CB38CA5-A36B-40AF-B298-1B113E410D81}"/>
              </a:ext>
            </a:extLst>
          </p:cNvPr>
          <p:cNvSpPr>
            <a:spLocks noGrp="1"/>
          </p:cNvSpPr>
          <p:nvPr/>
        </p:nvSpPr>
        <p:spPr>
          <a:xfrm>
            <a:off x="571500" y="1771650"/>
            <a:ext cx="76200" cy="3028950"/>
          </a:xfrm>
          <a:prstGeom prst="rect">
            <a:avLst/>
          </a:prstGeom>
          <a:solidFill>
            <a:srgbClr val="00A88A"/>
          </a:solidFill>
          <a:ln w="0">
            <a:noFill/>
            <a:prstDash val="solid"/>
          </a:ln>
        </p:spPr>
      </p:sp>
      <p:sp>
        <p:nvSpPr>
          <p:cNvPr id="4" name="직사각형 3">
            <a:extLst>
              <a:ext uri="{FF2B5EF4-FFF2-40B4-BE49-F238E27FC236}">
                <a16:creationId xmlns:a16="http://schemas.microsoft.com/office/drawing/2014/main" id="{C44E1BBB-9652-41E6-82AA-72A4E831838A}"/>
              </a:ext>
            </a:extLst>
          </p:cNvPr>
          <p:cNvSpPr>
            <a:spLocks noGrp="1"/>
          </p:cNvSpPr>
          <p:nvPr/>
        </p:nvSpPr>
        <p:spPr>
          <a:xfrm>
            <a:off x="6153150" y="1771650"/>
            <a:ext cx="76200" cy="3028950"/>
          </a:xfrm>
          <a:prstGeom prst="rect">
            <a:avLst/>
          </a:prstGeom>
          <a:solidFill>
            <a:srgbClr val="F4C243"/>
          </a:solidFill>
          <a:ln w="0">
            <a:noFill/>
            <a:prstDash val="solid"/>
          </a:ln>
        </p:spPr>
      </p:sp>
      <p:sp>
        <p:nvSpPr>
          <p:cNvPr id="5" name="closing-current-en">
            <a:extLst>
              <a:ext uri="{FF2B5EF4-FFF2-40B4-BE49-F238E27FC236}">
                <a16:creationId xmlns:a16="http://schemas.microsoft.com/office/drawing/2014/main" id="{C65F4C34-42D7-4F70-A050-25ABC5AEA56B}"/>
              </a:ext>
            </a:extLst>
          </p:cNvPr>
          <p:cNvSpPr>
            <a:spLocks noGrp="1"/>
          </p:cNvSpPr>
          <p:nvPr/>
        </p:nvSpPr>
        <p:spPr>
          <a:xfrm>
            <a:off x="876300" y="1752600"/>
            <a:ext cx="1714500" cy="285750"/>
          </a:xfrm>
          <a:prstGeom prst="rect">
            <a:avLst/>
          </a:prstGeom>
          <a:noFill/>
          <a:ln w="0">
            <a:noFill/>
            <a:prstDash val="solid"/>
          </a:ln>
        </p:spPr>
        <p:txBody>
          <a:bodyPr wrap="square" lIns="0" tIns="0" rIns="0" bIns="0" anchor="t">
            <a:normAutofit/>
          </a:bodyPr>
          <a:lstStyle/>
          <a:p>
            <a:pPr algn="l">
              <a:buNone/>
              <a:defRPr sz="1350" b="1">
                <a:solidFill>
                  <a:srgbClr val="00A88A"/>
                </a:solidFill>
                <a:latin typeface="Malgun Gothic"/>
                <a:ea typeface="Malgun Gothic"/>
                <a:cs typeface="Malgun Gothic"/>
              </a:defRPr>
            </a:pPr>
            <a:r>
              <a:rPr sz="1350" b="1">
                <a:solidFill>
                  <a:srgbClr val="00A88A"/>
                </a:solidFill>
                <a:latin typeface="Malgun Gothic"/>
                <a:ea typeface="Malgun Gothic"/>
                <a:cs typeface="Malgun Gothic"/>
              </a:rPr>
              <a:t>CLIENT</a:t>
            </a:r>
          </a:p>
        </p:txBody>
      </p:sp>
      <p:sp>
        <p:nvSpPr>
          <p:cNvPr id="6" name="closing-current-head">
            <a:extLst>
              <a:ext uri="{FF2B5EF4-FFF2-40B4-BE49-F238E27FC236}">
                <a16:creationId xmlns:a16="http://schemas.microsoft.com/office/drawing/2014/main" id="{4B2F11FE-CAD7-4ECF-90ED-A158734CCE14}"/>
              </a:ext>
            </a:extLst>
          </p:cNvPr>
          <p:cNvSpPr>
            <a:spLocks noGrp="1"/>
          </p:cNvSpPr>
          <p:nvPr/>
        </p:nvSpPr>
        <p:spPr>
          <a:xfrm>
            <a:off x="876300" y="2105025"/>
            <a:ext cx="4000500" cy="438150"/>
          </a:xfrm>
          <a:prstGeom prst="rect">
            <a:avLst/>
          </a:prstGeom>
          <a:noFill/>
          <a:ln w="0">
            <a:noFill/>
            <a:prstDash val="solid"/>
          </a:ln>
        </p:spPr>
        <p:txBody>
          <a:bodyPr wrap="square" lIns="0" tIns="0" rIns="0" bIns="0" anchor="t">
            <a:normAutofit/>
          </a:bodyPr>
          <a:lstStyle/>
          <a:p>
            <a:pPr algn="l">
              <a:buNone/>
              <a:defRPr sz="2400" b="1">
                <a:solidFill>
                  <a:srgbClr val="102531"/>
                </a:solidFill>
                <a:latin typeface="Malgun Gothic"/>
                <a:ea typeface="Malgun Gothic"/>
                <a:cs typeface="Malgun Gothic"/>
              </a:defRPr>
            </a:pPr>
            <a:r>
              <a:rPr lang="en-US" sz="2400" b="1">
                <a:solidFill>
                  <a:srgbClr val="102531"/>
                </a:solidFill>
                <a:latin typeface="Malgun Gothic"/>
                <a:ea typeface="Malgun Gothic"/>
                <a:cs typeface="Malgun Gothic"/>
              </a:rPr>
              <a:t>VR Alpha </a:t>
            </a:r>
            <a:r>
              <a:rPr lang="ko-KR" altLang="en-US" sz="2400" b="1">
                <a:solidFill>
                  <a:srgbClr val="102531"/>
                </a:solidFill>
                <a:latin typeface="Malgun Gothic"/>
                <a:ea typeface="Malgun Gothic"/>
                <a:cs typeface="Malgun Gothic"/>
              </a:rPr>
              <a:t>기반</a:t>
            </a:r>
            <a:endParaRPr sz="2400" b="1">
              <a:solidFill>
                <a:srgbClr val="102531"/>
              </a:solidFill>
              <a:latin typeface="Malgun Gothic"/>
              <a:ea typeface="Malgun Gothic"/>
              <a:cs typeface="Malgun Gothic"/>
            </a:endParaRPr>
          </a:p>
        </p:txBody>
      </p:sp>
      <p:sp>
        <p:nvSpPr>
          <p:cNvPr id="7" name="closing-current-list">
            <a:extLst>
              <a:ext uri="{FF2B5EF4-FFF2-40B4-BE49-F238E27FC236}">
                <a16:creationId xmlns:a16="http://schemas.microsoft.com/office/drawing/2014/main" id="{81716450-083B-44B3-B417-BDC0CF1507C2}"/>
              </a:ext>
            </a:extLst>
          </p:cNvPr>
          <p:cNvSpPr>
            <a:spLocks noGrp="1"/>
          </p:cNvSpPr>
          <p:nvPr/>
        </p:nvSpPr>
        <p:spPr>
          <a:xfrm>
            <a:off x="876300" y="2800350"/>
            <a:ext cx="4476750" cy="1952625"/>
          </a:xfrm>
          <a:prstGeom prst="rect">
            <a:avLst/>
          </a:prstGeom>
          <a:noFill/>
          <a:ln w="0">
            <a:noFill/>
            <a:prstDash val="solid"/>
          </a:ln>
        </p:spPr>
        <p:txBody>
          <a:bodyPr lIns="0" tIns="0" rIns="0" bIns="0" anchor="t">
            <a:normAutofit/>
          </a:bodyPr>
          <a:lstStyle/>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Title·Loading·PPE </a:t>
            </a:r>
            <a:r>
              <a:rPr lang="ko-KR" altLang="en-US" sz="1700">
                <a:solidFill>
                  <a:srgbClr val="102531"/>
                </a:solidFill>
                <a:latin typeface="Malgun Gothic"/>
                <a:ea typeface="Malgun Gothic"/>
                <a:cs typeface="Malgun Gothic"/>
              </a:rPr>
              <a:t>흐름 구축</a:t>
            </a:r>
          </a:p>
          <a:p>
            <a:pPr marL="24" indent="-14">
              <a:spcAft>
                <a:spcPts val="13"/>
              </a:spcAft>
              <a:buChar char="•"/>
              <a:defRPr sz="1725">
                <a:solidFill>
                  <a:srgbClr val="102531"/>
                </a:solidFill>
                <a:latin typeface="Malgun Gothic"/>
                <a:ea typeface="Malgun Gothic"/>
                <a:cs typeface="Malgun Gothic"/>
              </a:defRPr>
            </a:pPr>
            <a:r>
              <a:rPr lang="ko-KR" altLang="en-US" sz="1700">
                <a:solidFill>
                  <a:srgbClr val="102531"/>
                </a:solidFill>
                <a:latin typeface="Malgun Gothic"/>
                <a:ea typeface="Malgun Gothic"/>
                <a:cs typeface="Malgun Gothic"/>
              </a:rPr>
              <a:t>음성 정상</a:t>
            </a:r>
            <a:r>
              <a:rPr lang="en-US" altLang="ko-KR" sz="1700">
                <a:solidFill>
                  <a:srgbClr val="102531"/>
                </a:solidFill>
                <a:latin typeface="Malgun Gothic"/>
                <a:ea typeface="Malgun Gothic"/>
                <a:cs typeface="Malgun Gothic"/>
              </a:rPr>
              <a:t>, </a:t>
            </a:r>
            <a:r>
              <a:rPr lang="ko-KR" altLang="en-US" sz="1700">
                <a:solidFill>
                  <a:srgbClr val="102531"/>
                </a:solidFill>
                <a:latin typeface="Malgun Gothic"/>
                <a:ea typeface="Malgun Gothic"/>
                <a:cs typeface="Malgun Gothic"/>
              </a:rPr>
              <a:t>로딩 로고 반복 회전</a:t>
            </a:r>
          </a:p>
          <a:p>
            <a:pPr marL="24" indent="-14">
              <a:spcAft>
                <a:spcPts val="13"/>
              </a:spcAft>
              <a:buChar char="•"/>
              <a:defRPr sz="1725">
                <a:solidFill>
                  <a:srgbClr val="102531"/>
                </a:solidFill>
                <a:latin typeface="Malgun Gothic"/>
                <a:ea typeface="Malgun Gothic"/>
                <a:cs typeface="Malgun Gothic"/>
              </a:defRPr>
            </a:pPr>
            <a:r>
              <a:rPr lang="ko-KR" altLang="en-US" sz="1700">
                <a:solidFill>
                  <a:srgbClr val="102531"/>
                </a:solidFill>
                <a:latin typeface="Malgun Gothic"/>
                <a:ea typeface="Malgun Gothic"/>
                <a:cs typeface="Malgun Gothic"/>
              </a:rPr>
              <a:t>씬</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코드 기준 </a:t>
            </a:r>
            <a:r>
              <a:rPr lang="en-US" altLang="ko-KR" sz="1700">
                <a:solidFill>
                  <a:srgbClr val="102531"/>
                </a:solidFill>
                <a:latin typeface="Malgun Gothic"/>
                <a:ea typeface="Malgun Gothic"/>
                <a:cs typeface="Malgun Gothic"/>
              </a:rPr>
              <a:t>Alpha </a:t>
            </a:r>
            <a:r>
              <a:rPr lang="ko-KR" altLang="en-US" sz="1700">
                <a:solidFill>
                  <a:srgbClr val="102531"/>
                </a:solidFill>
                <a:latin typeface="Malgun Gothic"/>
                <a:ea typeface="Malgun Gothic"/>
                <a:cs typeface="Malgun Gothic"/>
              </a:rPr>
              <a:t>기능 구현</a:t>
            </a:r>
            <a:endParaRPr sz="1700">
              <a:solidFill>
                <a:srgbClr val="102531"/>
              </a:solidFill>
              <a:latin typeface="Malgun Gothic"/>
              <a:ea typeface="Malgun Gothic"/>
              <a:cs typeface="Malgun Gothic"/>
            </a:endParaRPr>
          </a:p>
        </p:txBody>
      </p:sp>
      <p:sp>
        <p:nvSpPr>
          <p:cNvPr id="8" name="closing-next-en">
            <a:extLst>
              <a:ext uri="{FF2B5EF4-FFF2-40B4-BE49-F238E27FC236}">
                <a16:creationId xmlns:a16="http://schemas.microsoft.com/office/drawing/2014/main" id="{4811990D-5E99-478F-9FAF-E6BB32F36B40}"/>
              </a:ext>
            </a:extLst>
          </p:cNvPr>
          <p:cNvSpPr>
            <a:spLocks noGrp="1"/>
          </p:cNvSpPr>
          <p:nvPr/>
        </p:nvSpPr>
        <p:spPr>
          <a:xfrm>
            <a:off x="6457950" y="1752600"/>
            <a:ext cx="1714500" cy="285750"/>
          </a:xfrm>
          <a:prstGeom prst="rect">
            <a:avLst/>
          </a:prstGeom>
          <a:noFill/>
          <a:ln w="0">
            <a:noFill/>
            <a:prstDash val="solid"/>
          </a:ln>
        </p:spPr>
        <p:txBody>
          <a:bodyPr wrap="square" lIns="0" tIns="0" rIns="0" bIns="0" anchor="t">
            <a:normAutofit/>
          </a:bodyPr>
          <a:lstStyle/>
          <a:p>
            <a:pPr algn="l">
              <a:buNone/>
              <a:defRPr sz="1350" b="1">
                <a:solidFill>
                  <a:srgbClr val="B78300"/>
                </a:solidFill>
                <a:latin typeface="Malgun Gothic"/>
                <a:ea typeface="Malgun Gothic"/>
                <a:cs typeface="Malgun Gothic"/>
              </a:defRPr>
            </a:pPr>
            <a:r>
              <a:rPr sz="1350" b="1">
                <a:solidFill>
                  <a:srgbClr val="B78300"/>
                </a:solidFill>
                <a:latin typeface="Malgun Gothic"/>
                <a:ea typeface="Malgun Gothic"/>
                <a:cs typeface="Malgun Gothic"/>
              </a:rPr>
              <a:t>SERVER</a:t>
            </a:r>
          </a:p>
        </p:txBody>
      </p:sp>
      <p:sp>
        <p:nvSpPr>
          <p:cNvPr id="9" name="closing-next-head">
            <a:extLst>
              <a:ext uri="{FF2B5EF4-FFF2-40B4-BE49-F238E27FC236}">
                <a16:creationId xmlns:a16="http://schemas.microsoft.com/office/drawing/2014/main" id="{60558BE6-3D9A-49F4-ABEC-34291AFCAF9A}"/>
              </a:ext>
            </a:extLst>
          </p:cNvPr>
          <p:cNvSpPr>
            <a:spLocks noGrp="1"/>
          </p:cNvSpPr>
          <p:nvPr/>
        </p:nvSpPr>
        <p:spPr>
          <a:xfrm>
            <a:off x="6457950" y="2105025"/>
            <a:ext cx="4286250" cy="438150"/>
          </a:xfrm>
          <a:prstGeom prst="rect">
            <a:avLst/>
          </a:prstGeom>
          <a:noFill/>
          <a:ln w="0">
            <a:noFill/>
            <a:prstDash val="solid"/>
          </a:ln>
        </p:spPr>
        <p:txBody>
          <a:bodyPr wrap="square" lIns="0" tIns="0" rIns="0" bIns="0" anchor="t">
            <a:normAutofit/>
          </a:bodyPr>
          <a:lstStyle/>
          <a:p>
            <a:pPr algn="l">
              <a:buNone/>
              <a:defRPr sz="2400" b="1">
                <a:solidFill>
                  <a:srgbClr val="102531"/>
                </a:solidFill>
                <a:latin typeface="Malgun Gothic"/>
                <a:ea typeface="Malgun Gothic"/>
                <a:cs typeface="Malgun Gothic"/>
              </a:defRPr>
            </a:pPr>
            <a:r>
              <a:rPr lang="ko-KR" altLang="en-US" sz="2400" b="1">
                <a:solidFill>
                  <a:srgbClr val="102531"/>
                </a:solidFill>
                <a:latin typeface="Malgun Gothic"/>
                <a:ea typeface="Malgun Gothic"/>
                <a:cs typeface="Malgun Gothic"/>
              </a:rPr>
              <a:t>서버 원본 기반</a:t>
            </a:r>
            <a:endParaRPr sz="2400" b="1">
              <a:solidFill>
                <a:srgbClr val="102531"/>
              </a:solidFill>
              <a:latin typeface="Malgun Gothic"/>
              <a:ea typeface="Malgun Gothic"/>
              <a:cs typeface="Malgun Gothic"/>
            </a:endParaRPr>
          </a:p>
        </p:txBody>
      </p:sp>
      <p:sp>
        <p:nvSpPr>
          <p:cNvPr id="10" name="closing-next-list">
            <a:extLst>
              <a:ext uri="{FF2B5EF4-FFF2-40B4-BE49-F238E27FC236}">
                <a16:creationId xmlns:a16="http://schemas.microsoft.com/office/drawing/2014/main" id="{42446D7A-8164-4501-B7DF-2B783FCE0D27}"/>
              </a:ext>
            </a:extLst>
          </p:cNvPr>
          <p:cNvSpPr>
            <a:spLocks noGrp="1"/>
          </p:cNvSpPr>
          <p:nvPr/>
        </p:nvSpPr>
        <p:spPr>
          <a:xfrm>
            <a:off x="6457950" y="2800350"/>
            <a:ext cx="4762500" cy="1952625"/>
          </a:xfrm>
          <a:prstGeom prst="rect">
            <a:avLst/>
          </a:prstGeom>
          <a:noFill/>
          <a:ln w="0">
            <a:noFill/>
            <a:prstDash val="solid"/>
          </a:ln>
        </p:spPr>
        <p:txBody>
          <a:bodyPr lIns="0" tIns="0" rIns="0" bIns="0" anchor="t">
            <a:normAutofit/>
          </a:bodyPr>
          <a:lstStyle/>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Android versionCode 6 </a:t>
            </a:r>
            <a:r>
              <a:rPr lang="ko-KR" altLang="en-US" sz="1700">
                <a:solidFill>
                  <a:srgbClr val="102531"/>
                </a:solidFill>
                <a:latin typeface="Malgun Gothic"/>
                <a:ea typeface="Malgun Gothic"/>
                <a:cs typeface="Malgun Gothic"/>
              </a:rPr>
              <a:t>설정</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Release APK(code 6)</a:t>
            </a:r>
            <a:r>
              <a:rPr lang="ko-KR" altLang="en-US" sz="1700">
                <a:solidFill>
                  <a:srgbClr val="102531"/>
                </a:solidFill>
                <a:latin typeface="Malgun Gothic"/>
                <a:ea typeface="Malgun Gothic"/>
                <a:cs typeface="Malgun Gothic"/>
              </a:rPr>
              <a:t>는 아직 미생성</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Release </a:t>
            </a:r>
            <a:r>
              <a:rPr lang="ko-KR" altLang="en-US" sz="1700">
                <a:solidFill>
                  <a:srgbClr val="102531"/>
                </a:solidFill>
                <a:latin typeface="Malgun Gothic"/>
                <a:ea typeface="Malgun Gothic"/>
                <a:cs typeface="Malgun Gothic"/>
              </a:rPr>
              <a:t>인증 업로드</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운영 수집 미완료</a:t>
            </a:r>
            <a:endParaRPr sz="1700">
              <a:solidFill>
                <a:srgbClr val="102531"/>
              </a:solidFill>
              <a:latin typeface="Malgun Gothic"/>
              <a:ea typeface="Malgun Gothic"/>
              <a:cs typeface="Malgun Gothic"/>
            </a:endParaRPr>
          </a:p>
        </p:txBody>
      </p:sp>
      <p:sp>
        <p:nvSpPr>
          <p:cNvPr id="11" name="closing-boundary">
            <a:extLst>
              <a:ext uri="{FF2B5EF4-FFF2-40B4-BE49-F238E27FC236}">
                <a16:creationId xmlns:a16="http://schemas.microsoft.com/office/drawing/2014/main" id="{98756537-ECD5-40F8-A019-DED2D0E7CDCC}"/>
              </a:ext>
            </a:extLst>
          </p:cNvPr>
          <p:cNvSpPr>
            <a:spLocks noGrp="1"/>
          </p:cNvSpPr>
          <p:nvPr/>
        </p:nvSpPr>
        <p:spPr>
          <a:xfrm>
            <a:off x="571500" y="5067300"/>
            <a:ext cx="11049000" cy="266700"/>
          </a:xfrm>
          <a:prstGeom prst="rect">
            <a:avLst/>
          </a:prstGeom>
          <a:noFill/>
          <a:ln w="0">
            <a:noFill/>
            <a:prstDash val="solid"/>
          </a:ln>
        </p:spPr>
        <p:txBody>
          <a:bodyPr wrap="square" lIns="0" tIns="0" rIns="0" bIns="0" anchor="t">
            <a:normAutofit/>
          </a:bodyPr>
          <a:lstStyle/>
          <a:p>
            <a:pPr algn="l">
              <a:buNone/>
              <a:defRPr sz="1200" b="0">
                <a:solidFill>
                  <a:srgbClr val="546874"/>
                </a:solidFill>
                <a:latin typeface="Malgun Gothic"/>
                <a:ea typeface="Malgun Gothic"/>
                <a:cs typeface="Malgun Gothic"/>
              </a:defRPr>
            </a:pPr>
            <a:r>
              <a:rPr lang="en-US" altLang="ko-KR" sz="1200" b="0">
                <a:solidFill>
                  <a:srgbClr val="546874"/>
                </a:solidFill>
                <a:latin typeface="Malgun Gothic"/>
                <a:ea typeface="Malgun Gothic"/>
                <a:cs typeface="Malgun Gothic"/>
              </a:rPr>
              <a:t>※ </a:t>
            </a:r>
            <a:r>
              <a:rPr lang="ko-KR" altLang="en-US" sz="1200" b="0">
                <a:solidFill>
                  <a:srgbClr val="546874"/>
                </a:solidFill>
                <a:latin typeface="Malgun Gothic"/>
                <a:ea typeface="Malgun Gothic"/>
                <a:cs typeface="Malgun Gothic"/>
              </a:rPr>
              <a:t>대시보드 지표</a:t>
            </a:r>
            <a:r>
              <a:rPr lang="en-US" altLang="ko-KR" sz="1200" b="0">
                <a:solidFill>
                  <a:srgbClr val="546874"/>
                </a:solidFill>
                <a:latin typeface="Malgun Gothic"/>
                <a:ea typeface="Malgun Gothic"/>
                <a:cs typeface="Malgun Gothic"/>
              </a:rPr>
              <a:t>·</a:t>
            </a:r>
            <a:r>
              <a:rPr lang="ko-KR" altLang="en-US" sz="1200" b="0">
                <a:solidFill>
                  <a:srgbClr val="546874"/>
                </a:solidFill>
                <a:latin typeface="Malgun Gothic"/>
                <a:ea typeface="Malgun Gothic"/>
                <a:cs typeface="Malgun Gothic"/>
              </a:rPr>
              <a:t>화면은 </a:t>
            </a:r>
            <a:r>
              <a:rPr lang="en-US" altLang="ko-KR" sz="1200" b="0">
                <a:solidFill>
                  <a:srgbClr val="546874"/>
                </a:solidFill>
                <a:latin typeface="Malgun Gothic"/>
                <a:ea typeface="Malgun Gothic"/>
                <a:cs typeface="Malgun Gothic"/>
              </a:rPr>
              <a:t>Meta </a:t>
            </a:r>
            <a:r>
              <a:rPr lang="ko-KR" altLang="en-US" sz="1200" b="0">
                <a:solidFill>
                  <a:srgbClr val="546874"/>
                </a:solidFill>
                <a:latin typeface="Malgun Gothic"/>
                <a:ea typeface="Malgun Gothic"/>
                <a:cs typeface="Malgun Gothic"/>
              </a:rPr>
              <a:t>심사 기간에 실제 원본을 보며 확정합니다</a:t>
            </a:r>
            <a:r>
              <a:rPr lang="en-US" altLang="ko-KR" sz="1200" b="0">
                <a:solidFill>
                  <a:srgbClr val="546874"/>
                </a:solidFill>
                <a:latin typeface="Malgun Gothic"/>
                <a:ea typeface="Malgun Gothic"/>
                <a:cs typeface="Malgun Gothic"/>
              </a:rPr>
              <a:t>.</a:t>
            </a:r>
            <a:endParaRPr sz="1200" b="0">
              <a:solidFill>
                <a:srgbClr val="546874"/>
              </a:solidFill>
              <a:latin typeface="Malgun Gothic"/>
              <a:ea typeface="Malgun Gothic"/>
              <a:cs typeface="Malgun Gothic"/>
            </a:endParaRPr>
          </a:p>
        </p:txBody>
      </p:sp>
      <p:sp>
        <p:nvSpPr>
          <p:cNvPr id="12" name="직사각형 11">
            <a:extLst>
              <a:ext uri="{FF2B5EF4-FFF2-40B4-BE49-F238E27FC236}">
                <a16:creationId xmlns:a16="http://schemas.microsoft.com/office/drawing/2014/main" id="{46B16797-0335-4D0F-AF1C-0DECD640FF67}"/>
              </a:ext>
            </a:extLst>
          </p:cNvPr>
          <p:cNvSpPr>
            <a:spLocks noGrp="1"/>
          </p:cNvSpPr>
          <p:nvPr/>
        </p:nvSpPr>
        <p:spPr>
          <a:xfrm>
            <a:off x="0" y="5600700"/>
            <a:ext cx="12192000" cy="1257300"/>
          </a:xfrm>
          <a:prstGeom prst="rect">
            <a:avLst/>
          </a:prstGeom>
          <a:solidFill>
            <a:srgbClr val="0D2A3A"/>
          </a:solidFill>
          <a:ln w="0">
            <a:noFill/>
            <a:prstDash val="solid"/>
          </a:ln>
        </p:spPr>
      </p:sp>
      <p:sp>
        <p:nvSpPr>
          <p:cNvPr id="13" name="closing-goal-label">
            <a:extLst>
              <a:ext uri="{FF2B5EF4-FFF2-40B4-BE49-F238E27FC236}">
                <a16:creationId xmlns:a16="http://schemas.microsoft.com/office/drawing/2014/main" id="{211B467E-686D-4B9C-885F-4AFD6F7B7F01}"/>
              </a:ext>
            </a:extLst>
          </p:cNvPr>
          <p:cNvSpPr>
            <a:spLocks noGrp="1"/>
          </p:cNvSpPr>
          <p:nvPr/>
        </p:nvSpPr>
        <p:spPr>
          <a:xfrm>
            <a:off x="571500" y="5829300"/>
            <a:ext cx="1524000" cy="323850"/>
          </a:xfrm>
          <a:prstGeom prst="rect">
            <a:avLst/>
          </a:prstGeom>
          <a:noFill/>
          <a:ln w="0">
            <a:noFill/>
            <a:prstDash val="solid"/>
          </a:ln>
        </p:spPr>
        <p:txBody>
          <a:bodyPr wrap="square" lIns="0" tIns="0" rIns="0" bIns="0" anchor="t">
            <a:normAutofit/>
          </a:bodyPr>
          <a:lstStyle/>
          <a:p>
            <a:pPr algn="l">
              <a:buNone/>
              <a:defRPr sz="1500" b="1">
                <a:solidFill>
                  <a:srgbClr val="F4C243"/>
                </a:solidFill>
                <a:latin typeface="Malgun Gothic"/>
                <a:ea typeface="Malgun Gothic"/>
                <a:cs typeface="Malgun Gothic"/>
              </a:defRPr>
            </a:pPr>
            <a:r>
              <a:rPr lang="en-US" sz="1500" b="1">
                <a:solidFill>
                  <a:srgbClr val="F4C243"/>
                </a:solidFill>
                <a:latin typeface="Malgun Gothic"/>
                <a:ea typeface="Malgun Gothic"/>
                <a:cs typeface="Malgun Gothic"/>
              </a:rPr>
              <a:t>Alpha </a:t>
            </a:r>
            <a:r>
              <a:rPr lang="ko-KR" altLang="en-US" sz="1500" b="1">
                <a:solidFill>
                  <a:srgbClr val="F4C243"/>
                </a:solidFill>
                <a:latin typeface="Malgun Gothic"/>
                <a:ea typeface="Malgun Gothic"/>
                <a:cs typeface="Malgun Gothic"/>
              </a:rPr>
              <a:t>제출 기준</a:t>
            </a:r>
            <a:endParaRPr sz="1500" b="1">
              <a:solidFill>
                <a:srgbClr val="F4C243"/>
              </a:solidFill>
              <a:latin typeface="Malgun Gothic"/>
              <a:ea typeface="Malgun Gothic"/>
              <a:cs typeface="Malgun Gothic"/>
            </a:endParaRPr>
          </a:p>
        </p:txBody>
      </p:sp>
      <p:sp>
        <p:nvSpPr>
          <p:cNvPr id="14" name="closing-goal">
            <a:extLst>
              <a:ext uri="{FF2B5EF4-FFF2-40B4-BE49-F238E27FC236}">
                <a16:creationId xmlns:a16="http://schemas.microsoft.com/office/drawing/2014/main" id="{DD8CC006-41C8-430D-BD67-AFC64D932CCB}"/>
              </a:ext>
            </a:extLst>
          </p:cNvPr>
          <p:cNvSpPr>
            <a:spLocks noGrp="1"/>
          </p:cNvSpPr>
          <p:nvPr/>
        </p:nvSpPr>
        <p:spPr>
          <a:xfrm>
            <a:off x="571500" y="6191250"/>
            <a:ext cx="10668000" cy="400050"/>
          </a:xfrm>
          <a:prstGeom prst="rect">
            <a:avLst/>
          </a:prstGeom>
          <a:noFill/>
          <a:ln w="0">
            <a:noFill/>
            <a:prstDash val="solid"/>
          </a:ln>
        </p:spPr>
        <p:txBody>
          <a:bodyPr wrap="square" lIns="0" tIns="0" rIns="0" bIns="0" anchor="t">
            <a:normAutofit/>
          </a:bodyPr>
          <a:lstStyle/>
          <a:p>
            <a:pPr algn="l">
              <a:buNone/>
              <a:defRPr sz="2175" b="1">
                <a:solidFill>
                  <a:srgbClr val="FFFFFF"/>
                </a:solidFill>
                <a:latin typeface="Malgun Gothic"/>
                <a:ea typeface="Malgun Gothic"/>
                <a:cs typeface="Malgun Gothic"/>
              </a:defRPr>
            </a:pPr>
            <a:r>
              <a:rPr lang="en-US" altLang="ko-KR" sz="2000" b="1">
                <a:solidFill>
                  <a:srgbClr val="FFFFFF"/>
                </a:solidFill>
                <a:latin typeface="Malgun Gothic"/>
                <a:ea typeface="Malgun Gothic"/>
                <a:cs typeface="Malgun Gothic"/>
              </a:rPr>
              <a:t>Quest </a:t>
            </a:r>
            <a:r>
              <a:rPr lang="ko-KR" altLang="en-US" sz="2000" b="1">
                <a:solidFill>
                  <a:srgbClr val="FFFFFF"/>
                </a:solidFill>
                <a:latin typeface="Malgun Gothic"/>
                <a:ea typeface="Malgun Gothic"/>
                <a:cs typeface="Malgun Gothic"/>
              </a:rPr>
              <a:t>실행 안정성 </a:t>
            </a:r>
            <a:r>
              <a:rPr lang="en-US" altLang="ko-KR" sz="2000" b="1">
                <a:solidFill>
                  <a:srgbClr val="FFFFFF"/>
                </a:solidFill>
                <a:latin typeface="Malgun Gothic"/>
                <a:ea typeface="Malgun Gothic"/>
                <a:cs typeface="Malgun Gothic"/>
              </a:rPr>
              <a:t>· Release </a:t>
            </a:r>
            <a:r>
              <a:rPr lang="ko-KR" altLang="en-US" sz="2000" b="1">
                <a:solidFill>
                  <a:srgbClr val="FFFFFF"/>
                </a:solidFill>
                <a:latin typeface="Malgun Gothic"/>
                <a:ea typeface="Malgun Gothic"/>
                <a:cs typeface="Malgun Gothic"/>
              </a:rPr>
              <a:t>원본 서버 수집 </a:t>
            </a:r>
            <a:r>
              <a:rPr lang="en-US" altLang="ko-KR" sz="2000" b="1">
                <a:solidFill>
                  <a:srgbClr val="FFFFFF"/>
                </a:solidFill>
                <a:latin typeface="Malgun Gothic"/>
                <a:ea typeface="Malgun Gothic"/>
                <a:cs typeface="Malgun Gothic"/>
              </a:rPr>
              <a:t>· </a:t>
            </a:r>
            <a:r>
              <a:rPr lang="ko-KR" altLang="en-US" sz="2000" b="1">
                <a:solidFill>
                  <a:srgbClr val="FFFFFF"/>
                </a:solidFill>
                <a:latin typeface="Malgun Gothic"/>
                <a:ea typeface="Malgun Gothic"/>
                <a:cs typeface="Malgun Gothic"/>
              </a:rPr>
              <a:t>제출 정보 일치</a:t>
            </a:r>
            <a:endParaRPr sz="2000" b="1">
              <a:solidFill>
                <a:srgbClr val="FFFFFF"/>
              </a:solidFill>
              <a:latin typeface="Malgun Gothic"/>
              <a:ea typeface="Malgun Gothic"/>
              <a:cs typeface="Malgun Gothic"/>
            </a:endParaRPr>
          </a:p>
        </p:txBody>
      </p:sp>
      <p:sp>
        <p:nvSpPr>
          <p:cNvPr id="15" name="closing-page">
            <a:extLst>
              <a:ext uri="{FF2B5EF4-FFF2-40B4-BE49-F238E27FC236}">
                <a16:creationId xmlns:a16="http://schemas.microsoft.com/office/drawing/2014/main" id="{FA06F565-20FE-4333-B571-1C7A244E8CD0}"/>
              </a:ext>
            </a:extLst>
          </p:cNvPr>
          <p:cNvSpPr>
            <a:spLocks noGrp="1"/>
          </p:cNvSpPr>
          <p:nvPr/>
        </p:nvSpPr>
        <p:spPr>
          <a:xfrm>
            <a:off x="11049000" y="6572250"/>
            <a:ext cx="571500" cy="171450"/>
          </a:xfrm>
          <a:prstGeom prst="rect">
            <a:avLst/>
          </a:prstGeom>
          <a:noFill/>
          <a:ln w="0">
            <a:noFill/>
            <a:prstDash val="solid"/>
          </a:ln>
        </p:spPr>
        <p:txBody>
          <a:bodyPr wrap="square" lIns="0" tIns="0" rIns="0" bIns="0" anchor="t">
            <a:normAutofit/>
          </a:bodyPr>
          <a:lstStyle/>
          <a:p>
            <a:pPr algn="r">
              <a:buNone/>
              <a:defRPr sz="975" b="1">
                <a:solidFill>
                  <a:srgbClr val="FFFFFF"/>
                </a:solidFill>
                <a:latin typeface="Malgun Gothic"/>
                <a:ea typeface="Malgun Gothic"/>
                <a:cs typeface="Malgun Gothic"/>
              </a:defRPr>
            </a:pPr>
            <a:r>
              <a:rPr sz="975" b="1">
                <a:solidFill>
                  <a:srgbClr val="FFFFFF"/>
                </a:solidFill>
                <a:latin typeface="Malgun Gothic"/>
                <a:ea typeface="Malgun Gothic"/>
                <a:cs typeface="Malgun Gothic"/>
              </a:rPr>
              <a:t>05</a:t>
            </a:r>
          </a:p>
        </p:txBody>
      </p:sp>
    </p:spTree>
    <p:extLst>
      <p:ext uri="{BB962C8B-B14F-4D97-AF65-F5344CB8AC3E}">
        <p14:creationId xmlns:p14="http://schemas.microsoft.com/office/powerpoint/2010/main" val="221905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16" name="closing-title">
            <a:extLst>
              <a:ext uri="{FF2B5EF4-FFF2-40B4-BE49-F238E27FC236}">
                <a16:creationId xmlns:a16="http://schemas.microsoft.com/office/drawing/2014/main" id="{FFBE1397-716E-4C0C-9AA3-DF840E1916CC}"/>
              </a:ext>
            </a:extLst>
          </p:cNvPr>
          <p:cNvSpPr>
            <a:spLocks noGrp="1"/>
          </p:cNvSpPr>
          <p:nvPr/>
        </p:nvSpPr>
        <p:spPr>
          <a:xfrm>
            <a:off x="571500" y="438150"/>
            <a:ext cx="11049000" cy="590550"/>
          </a:xfrm>
          <a:prstGeom prst="rect">
            <a:avLst/>
          </a:prstGeom>
          <a:noFill/>
          <a:ln w="0">
            <a:noFill/>
            <a:prstDash val="solid"/>
          </a:ln>
        </p:spPr>
        <p:txBody>
          <a:bodyPr wrap="square" lIns="0" tIns="0" rIns="0" bIns="0" anchor="t">
            <a:normAutofit/>
          </a:bodyPr>
          <a:lstStyle/>
          <a:p>
            <a:pPr algn="l">
              <a:buNone/>
              <a:defRPr sz="3225" b="1">
                <a:solidFill>
                  <a:srgbClr val="102531"/>
                </a:solidFill>
                <a:latin typeface="Malgun Gothic"/>
                <a:ea typeface="Malgun Gothic"/>
                <a:cs typeface="Malgun Gothic"/>
              </a:defRPr>
            </a:pPr>
            <a:r>
              <a:rPr lang="en-US" altLang="ko-KR" sz="3225" b="1">
                <a:solidFill>
                  <a:srgbClr val="102531"/>
                </a:solidFill>
                <a:latin typeface="Malgun Gothic"/>
                <a:ea typeface="Malgun Gothic"/>
                <a:cs typeface="Malgun Gothic"/>
              </a:rPr>
              <a:t>Alpha </a:t>
            </a:r>
            <a:r>
              <a:rPr lang="ko-KR" altLang="en-US" sz="3225" b="1">
                <a:solidFill>
                  <a:srgbClr val="102531"/>
                </a:solidFill>
                <a:latin typeface="Malgun Gothic"/>
                <a:ea typeface="Malgun Gothic"/>
                <a:cs typeface="Malgun Gothic"/>
              </a:rPr>
              <a:t>제출과 심사 기간의 작업을 분리한다</a:t>
            </a:r>
            <a:endParaRPr sz="3225" b="1">
              <a:solidFill>
                <a:srgbClr val="102531"/>
              </a:solidFill>
              <a:latin typeface="Malgun Gothic"/>
              <a:ea typeface="Malgun Gothic"/>
              <a:cs typeface="Malgun Gothic"/>
            </a:endParaRPr>
          </a:p>
        </p:txBody>
      </p:sp>
      <p:sp>
        <p:nvSpPr>
          <p:cNvPr id="2" name="closing-subtitle">
            <a:extLst>
              <a:ext uri="{FF2B5EF4-FFF2-40B4-BE49-F238E27FC236}">
                <a16:creationId xmlns:a16="http://schemas.microsoft.com/office/drawing/2014/main" id="{0B849196-B11D-4E8D-9759-987BA861FEBD}"/>
              </a:ext>
            </a:extLst>
          </p:cNvPr>
          <p:cNvSpPr>
            <a:spLocks noGrp="1"/>
          </p:cNvSpPr>
          <p:nvPr/>
        </p:nvSpPr>
        <p:spPr>
          <a:xfrm>
            <a:off x="571500" y="1066800"/>
            <a:ext cx="8763000" cy="304800"/>
          </a:xfrm>
          <a:prstGeom prst="rect">
            <a:avLst/>
          </a:prstGeom>
          <a:noFill/>
          <a:ln w="0">
            <a:noFill/>
            <a:prstDash val="solid"/>
          </a:ln>
        </p:spPr>
        <p:txBody>
          <a:bodyPr wrap="square" lIns="0" tIns="0" rIns="0" bIns="0" anchor="t">
            <a:normAutofit/>
          </a:bodyPr>
          <a:lstStyle/>
          <a:p>
            <a:pPr algn="l">
              <a:buNone/>
              <a:defRPr sz="1500" b="0">
                <a:solidFill>
                  <a:srgbClr val="546874"/>
                </a:solidFill>
                <a:latin typeface="Malgun Gothic"/>
                <a:ea typeface="Malgun Gothic"/>
                <a:cs typeface="Malgun Gothic"/>
              </a:defRPr>
            </a:pPr>
            <a:r>
              <a:rPr lang="ko-KR" altLang="en-US" sz="1500" b="0">
                <a:solidFill>
                  <a:srgbClr val="546874"/>
                </a:solidFill>
                <a:latin typeface="Malgun Gothic"/>
                <a:ea typeface="Malgun Gothic"/>
                <a:cs typeface="Malgun Gothic"/>
              </a:rPr>
              <a:t>서버 원본 수집은 제출 전</a:t>
            </a:r>
            <a:r>
              <a:rPr lang="en-US" altLang="ko-KR" sz="1500" b="0">
                <a:solidFill>
                  <a:srgbClr val="546874"/>
                </a:solidFill>
                <a:latin typeface="Malgun Gothic"/>
                <a:ea typeface="Malgun Gothic"/>
                <a:cs typeface="Malgun Gothic"/>
              </a:rPr>
              <a:t>, </a:t>
            </a:r>
            <a:r>
              <a:rPr lang="ko-KR" altLang="en-US" sz="1500" b="0">
                <a:solidFill>
                  <a:srgbClr val="546874"/>
                </a:solidFill>
                <a:latin typeface="Malgun Gothic"/>
                <a:ea typeface="Malgun Gothic"/>
                <a:cs typeface="Malgun Gothic"/>
              </a:rPr>
              <a:t>대시보드 지표</a:t>
            </a:r>
            <a:r>
              <a:rPr lang="en-US" altLang="ko-KR" sz="1500" b="0">
                <a:solidFill>
                  <a:srgbClr val="546874"/>
                </a:solidFill>
                <a:latin typeface="Malgun Gothic"/>
                <a:ea typeface="Malgun Gothic"/>
                <a:cs typeface="Malgun Gothic"/>
              </a:rPr>
              <a:t>·</a:t>
            </a:r>
            <a:r>
              <a:rPr lang="ko-KR" altLang="en-US" sz="1500" b="0">
                <a:solidFill>
                  <a:srgbClr val="546874"/>
                </a:solidFill>
                <a:latin typeface="Malgun Gothic"/>
                <a:ea typeface="Malgun Gothic"/>
                <a:cs typeface="Malgun Gothic"/>
              </a:rPr>
              <a:t>화면은 심사 기간에 완성</a:t>
            </a:r>
            <a:endParaRPr sz="1500" b="0">
              <a:solidFill>
                <a:srgbClr val="546874"/>
              </a:solidFill>
              <a:latin typeface="Malgun Gothic"/>
              <a:ea typeface="Malgun Gothic"/>
              <a:cs typeface="Malgun Gothic"/>
            </a:endParaRPr>
          </a:p>
        </p:txBody>
      </p:sp>
      <p:sp>
        <p:nvSpPr>
          <p:cNvPr id="3" name="직사각형 2">
            <a:extLst>
              <a:ext uri="{FF2B5EF4-FFF2-40B4-BE49-F238E27FC236}">
                <a16:creationId xmlns:a16="http://schemas.microsoft.com/office/drawing/2014/main" id="{4CB38CA5-A36B-40AF-B298-1B113E410D81}"/>
              </a:ext>
            </a:extLst>
          </p:cNvPr>
          <p:cNvSpPr>
            <a:spLocks noGrp="1"/>
          </p:cNvSpPr>
          <p:nvPr/>
        </p:nvSpPr>
        <p:spPr>
          <a:xfrm>
            <a:off x="571500" y="1771650"/>
            <a:ext cx="76200" cy="3028950"/>
          </a:xfrm>
          <a:prstGeom prst="rect">
            <a:avLst/>
          </a:prstGeom>
          <a:solidFill>
            <a:srgbClr val="00A88A"/>
          </a:solidFill>
          <a:ln w="0">
            <a:noFill/>
            <a:prstDash val="solid"/>
          </a:ln>
        </p:spPr>
      </p:sp>
      <p:sp>
        <p:nvSpPr>
          <p:cNvPr id="4" name="직사각형 3">
            <a:extLst>
              <a:ext uri="{FF2B5EF4-FFF2-40B4-BE49-F238E27FC236}">
                <a16:creationId xmlns:a16="http://schemas.microsoft.com/office/drawing/2014/main" id="{C44E1BBB-9652-41E6-82AA-72A4E831838A}"/>
              </a:ext>
            </a:extLst>
          </p:cNvPr>
          <p:cNvSpPr>
            <a:spLocks noGrp="1"/>
          </p:cNvSpPr>
          <p:nvPr/>
        </p:nvSpPr>
        <p:spPr>
          <a:xfrm>
            <a:off x="6153150" y="1771650"/>
            <a:ext cx="76200" cy="3028950"/>
          </a:xfrm>
          <a:prstGeom prst="rect">
            <a:avLst/>
          </a:prstGeom>
          <a:solidFill>
            <a:srgbClr val="F4C243"/>
          </a:solidFill>
          <a:ln w="0">
            <a:noFill/>
            <a:prstDash val="solid"/>
          </a:ln>
        </p:spPr>
      </p:sp>
      <p:sp>
        <p:nvSpPr>
          <p:cNvPr id="5" name="closing-current-en">
            <a:extLst>
              <a:ext uri="{FF2B5EF4-FFF2-40B4-BE49-F238E27FC236}">
                <a16:creationId xmlns:a16="http://schemas.microsoft.com/office/drawing/2014/main" id="{C65F4C34-42D7-4F70-A050-25ABC5AEA56B}"/>
              </a:ext>
            </a:extLst>
          </p:cNvPr>
          <p:cNvSpPr>
            <a:spLocks noGrp="1"/>
          </p:cNvSpPr>
          <p:nvPr/>
        </p:nvSpPr>
        <p:spPr>
          <a:xfrm>
            <a:off x="876300" y="1752600"/>
            <a:ext cx="1714500" cy="285750"/>
          </a:xfrm>
          <a:prstGeom prst="rect">
            <a:avLst/>
          </a:prstGeom>
          <a:noFill/>
          <a:ln w="0">
            <a:noFill/>
            <a:prstDash val="solid"/>
          </a:ln>
        </p:spPr>
        <p:txBody>
          <a:bodyPr wrap="square" lIns="0" tIns="0" rIns="0" bIns="0" anchor="t">
            <a:normAutofit/>
          </a:bodyPr>
          <a:lstStyle/>
          <a:p>
            <a:pPr algn="l">
              <a:buNone/>
              <a:defRPr sz="1350" b="1">
                <a:solidFill>
                  <a:srgbClr val="00A88A"/>
                </a:solidFill>
                <a:latin typeface="Malgun Gothic"/>
                <a:ea typeface="Malgun Gothic"/>
                <a:cs typeface="Malgun Gothic"/>
              </a:defRPr>
            </a:pPr>
            <a:r>
              <a:rPr lang="en-US" sz="1350" b="1">
                <a:solidFill>
                  <a:srgbClr val="00A88A"/>
                </a:solidFill>
                <a:latin typeface="Malgun Gothic"/>
                <a:ea typeface="Malgun Gothic"/>
                <a:cs typeface="Malgun Gothic"/>
              </a:rPr>
              <a:t>SUBMIT</a:t>
            </a:r>
            <a:endParaRPr sz="1350" b="1">
              <a:solidFill>
                <a:srgbClr val="00A88A"/>
              </a:solidFill>
              <a:latin typeface="Malgun Gothic"/>
              <a:ea typeface="Malgun Gothic"/>
              <a:cs typeface="Malgun Gothic"/>
            </a:endParaRPr>
          </a:p>
        </p:txBody>
      </p:sp>
      <p:sp>
        <p:nvSpPr>
          <p:cNvPr id="6" name="closing-current-head">
            <a:extLst>
              <a:ext uri="{FF2B5EF4-FFF2-40B4-BE49-F238E27FC236}">
                <a16:creationId xmlns:a16="http://schemas.microsoft.com/office/drawing/2014/main" id="{4B2F11FE-CAD7-4ECF-90ED-A158734CCE14}"/>
              </a:ext>
            </a:extLst>
          </p:cNvPr>
          <p:cNvSpPr>
            <a:spLocks noGrp="1"/>
          </p:cNvSpPr>
          <p:nvPr/>
        </p:nvSpPr>
        <p:spPr>
          <a:xfrm>
            <a:off x="876300" y="2105025"/>
            <a:ext cx="4000500" cy="438150"/>
          </a:xfrm>
          <a:prstGeom prst="rect">
            <a:avLst/>
          </a:prstGeom>
          <a:noFill/>
          <a:ln w="0">
            <a:noFill/>
            <a:prstDash val="solid"/>
          </a:ln>
        </p:spPr>
        <p:txBody>
          <a:bodyPr wrap="square" lIns="0" tIns="0" rIns="0" bIns="0" anchor="t">
            <a:normAutofit/>
          </a:bodyPr>
          <a:lstStyle/>
          <a:p>
            <a:pPr algn="l">
              <a:buNone/>
              <a:defRPr sz="2400" b="1">
                <a:solidFill>
                  <a:srgbClr val="102531"/>
                </a:solidFill>
                <a:latin typeface="Malgun Gothic"/>
                <a:ea typeface="Malgun Gothic"/>
                <a:cs typeface="Malgun Gothic"/>
              </a:defRPr>
            </a:pPr>
            <a:r>
              <a:rPr lang="en-US" sz="2400" b="1">
                <a:solidFill>
                  <a:srgbClr val="102531"/>
                </a:solidFill>
                <a:latin typeface="Malgun Gothic"/>
                <a:ea typeface="Malgun Gothic"/>
                <a:cs typeface="Malgun Gothic"/>
              </a:rPr>
              <a:t>Alpha </a:t>
            </a:r>
            <a:r>
              <a:rPr lang="ko-KR" altLang="en-US" sz="2400" b="1">
                <a:solidFill>
                  <a:srgbClr val="102531"/>
                </a:solidFill>
                <a:latin typeface="Malgun Gothic"/>
                <a:ea typeface="Malgun Gothic"/>
                <a:cs typeface="Malgun Gothic"/>
              </a:rPr>
              <a:t>제출 전</a:t>
            </a:r>
            <a:endParaRPr sz="2400" b="1">
              <a:solidFill>
                <a:srgbClr val="102531"/>
              </a:solidFill>
              <a:latin typeface="Malgun Gothic"/>
              <a:ea typeface="Malgun Gothic"/>
              <a:cs typeface="Malgun Gothic"/>
            </a:endParaRPr>
          </a:p>
        </p:txBody>
      </p:sp>
      <p:sp>
        <p:nvSpPr>
          <p:cNvPr id="7" name="closing-current-list">
            <a:extLst>
              <a:ext uri="{FF2B5EF4-FFF2-40B4-BE49-F238E27FC236}">
                <a16:creationId xmlns:a16="http://schemas.microsoft.com/office/drawing/2014/main" id="{81716450-083B-44B3-B417-BDC0CF1507C2}"/>
              </a:ext>
            </a:extLst>
          </p:cNvPr>
          <p:cNvSpPr>
            <a:spLocks noGrp="1"/>
          </p:cNvSpPr>
          <p:nvPr/>
        </p:nvSpPr>
        <p:spPr>
          <a:xfrm>
            <a:off x="876300" y="2800350"/>
            <a:ext cx="4476750" cy="1952625"/>
          </a:xfrm>
          <a:prstGeom prst="rect">
            <a:avLst/>
          </a:prstGeom>
          <a:noFill/>
          <a:ln w="0">
            <a:noFill/>
            <a:prstDash val="solid"/>
          </a:ln>
        </p:spPr>
        <p:txBody>
          <a:bodyPr lIns="0" tIns="0" rIns="0" bIns="0" anchor="t">
            <a:normAutofit/>
          </a:bodyPr>
          <a:lstStyle/>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versionCode 6 Release </a:t>
            </a:r>
            <a:r>
              <a:rPr lang="ko-KR" altLang="en-US" sz="1700">
                <a:solidFill>
                  <a:srgbClr val="102531"/>
                </a:solidFill>
                <a:latin typeface="Malgun Gothic"/>
                <a:ea typeface="Malgun Gothic"/>
                <a:cs typeface="Malgun Gothic"/>
              </a:rPr>
              <a:t>빌드</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HTTPS </a:t>
            </a:r>
            <a:r>
              <a:rPr lang="ko-KR" altLang="en-US" sz="1700">
                <a:solidFill>
                  <a:srgbClr val="102531"/>
                </a:solidFill>
                <a:latin typeface="Malgun Gothic"/>
                <a:ea typeface="Malgun Gothic"/>
                <a:cs typeface="Malgun Gothic"/>
              </a:rPr>
              <a:t>인증 원본 업로드</a:t>
            </a:r>
          </a:p>
          <a:p>
            <a:pPr marL="24" indent="-14">
              <a:spcAft>
                <a:spcPts val="13"/>
              </a:spcAft>
              <a:buChar char="•"/>
              <a:defRPr sz="1725">
                <a:solidFill>
                  <a:srgbClr val="102531"/>
                </a:solidFill>
                <a:latin typeface="Malgun Gothic"/>
                <a:ea typeface="Malgun Gothic"/>
                <a:cs typeface="Malgun Gothic"/>
              </a:defRPr>
            </a:pPr>
            <a:r>
              <a:rPr lang="en-US" altLang="ko-KR" sz="1700">
                <a:solidFill>
                  <a:srgbClr val="102531"/>
                </a:solidFill>
                <a:latin typeface="Malgun Gothic"/>
                <a:ea typeface="Malgun Gothic"/>
                <a:cs typeface="Malgun Gothic"/>
              </a:rPr>
              <a:t>Quest </a:t>
            </a:r>
            <a:r>
              <a:rPr lang="ko-KR" altLang="en-US" sz="1700">
                <a:solidFill>
                  <a:srgbClr val="102531"/>
                </a:solidFill>
                <a:latin typeface="Malgun Gothic"/>
                <a:ea typeface="Malgun Gothic"/>
                <a:cs typeface="Malgun Gothic"/>
              </a:rPr>
              <a:t>실기기 수집 검증</a:t>
            </a:r>
            <a:endParaRPr sz="1700">
              <a:solidFill>
                <a:srgbClr val="102531"/>
              </a:solidFill>
              <a:latin typeface="Malgun Gothic"/>
              <a:ea typeface="Malgun Gothic"/>
              <a:cs typeface="Malgun Gothic"/>
            </a:endParaRPr>
          </a:p>
        </p:txBody>
      </p:sp>
      <p:sp>
        <p:nvSpPr>
          <p:cNvPr id="8" name="closing-next-en">
            <a:extLst>
              <a:ext uri="{FF2B5EF4-FFF2-40B4-BE49-F238E27FC236}">
                <a16:creationId xmlns:a16="http://schemas.microsoft.com/office/drawing/2014/main" id="{4811990D-5E99-478F-9FAF-E6BB32F36B40}"/>
              </a:ext>
            </a:extLst>
          </p:cNvPr>
          <p:cNvSpPr>
            <a:spLocks noGrp="1"/>
          </p:cNvSpPr>
          <p:nvPr/>
        </p:nvSpPr>
        <p:spPr>
          <a:xfrm>
            <a:off x="6457950" y="1752600"/>
            <a:ext cx="1714500" cy="285750"/>
          </a:xfrm>
          <a:prstGeom prst="rect">
            <a:avLst/>
          </a:prstGeom>
          <a:noFill/>
          <a:ln w="0">
            <a:noFill/>
            <a:prstDash val="solid"/>
          </a:ln>
        </p:spPr>
        <p:txBody>
          <a:bodyPr wrap="square" lIns="0" tIns="0" rIns="0" bIns="0" anchor="t">
            <a:normAutofit/>
          </a:bodyPr>
          <a:lstStyle/>
          <a:p>
            <a:pPr algn="l">
              <a:buNone/>
              <a:defRPr sz="1350" b="1">
                <a:solidFill>
                  <a:srgbClr val="B78300"/>
                </a:solidFill>
                <a:latin typeface="Malgun Gothic"/>
                <a:ea typeface="Malgun Gothic"/>
                <a:cs typeface="Malgun Gothic"/>
              </a:defRPr>
            </a:pPr>
            <a:r>
              <a:rPr lang="en-US" sz="1350" b="1">
                <a:solidFill>
                  <a:srgbClr val="B78300"/>
                </a:solidFill>
                <a:latin typeface="Malgun Gothic"/>
                <a:ea typeface="Malgun Gothic"/>
                <a:cs typeface="Malgun Gothic"/>
              </a:rPr>
              <a:t>REVIEW</a:t>
            </a:r>
            <a:endParaRPr sz="1350" b="1">
              <a:solidFill>
                <a:srgbClr val="B78300"/>
              </a:solidFill>
              <a:latin typeface="Malgun Gothic"/>
              <a:ea typeface="Malgun Gothic"/>
              <a:cs typeface="Malgun Gothic"/>
            </a:endParaRPr>
          </a:p>
        </p:txBody>
      </p:sp>
      <p:sp>
        <p:nvSpPr>
          <p:cNvPr id="9" name="closing-next-head">
            <a:extLst>
              <a:ext uri="{FF2B5EF4-FFF2-40B4-BE49-F238E27FC236}">
                <a16:creationId xmlns:a16="http://schemas.microsoft.com/office/drawing/2014/main" id="{60558BE6-3D9A-49F4-ABEC-34291AFCAF9A}"/>
              </a:ext>
            </a:extLst>
          </p:cNvPr>
          <p:cNvSpPr>
            <a:spLocks noGrp="1"/>
          </p:cNvSpPr>
          <p:nvPr/>
        </p:nvSpPr>
        <p:spPr>
          <a:xfrm>
            <a:off x="6457950" y="2105025"/>
            <a:ext cx="4286250" cy="438150"/>
          </a:xfrm>
          <a:prstGeom prst="rect">
            <a:avLst/>
          </a:prstGeom>
          <a:noFill/>
          <a:ln w="0">
            <a:noFill/>
            <a:prstDash val="solid"/>
          </a:ln>
        </p:spPr>
        <p:txBody>
          <a:bodyPr wrap="square" lIns="0" tIns="0" rIns="0" bIns="0" anchor="t">
            <a:normAutofit/>
          </a:bodyPr>
          <a:lstStyle/>
          <a:p>
            <a:pPr algn="l">
              <a:buNone/>
              <a:defRPr sz="2400" b="1">
                <a:solidFill>
                  <a:srgbClr val="102531"/>
                </a:solidFill>
                <a:latin typeface="Malgun Gothic"/>
                <a:ea typeface="Malgun Gothic"/>
                <a:cs typeface="Malgun Gothic"/>
              </a:defRPr>
            </a:pPr>
            <a:r>
              <a:rPr lang="en-US" sz="2400" b="1">
                <a:solidFill>
                  <a:srgbClr val="102531"/>
                </a:solidFill>
                <a:latin typeface="Malgun Gothic"/>
                <a:ea typeface="Malgun Gothic"/>
                <a:cs typeface="Malgun Gothic"/>
              </a:rPr>
              <a:t>Meta </a:t>
            </a:r>
            <a:r>
              <a:rPr lang="ko-KR" altLang="en-US" sz="2400" b="1">
                <a:solidFill>
                  <a:srgbClr val="102531"/>
                </a:solidFill>
                <a:latin typeface="Malgun Gothic"/>
                <a:ea typeface="Malgun Gothic"/>
                <a:cs typeface="Malgun Gothic"/>
              </a:rPr>
              <a:t>심사 기간</a:t>
            </a:r>
            <a:endParaRPr sz="2400" b="1">
              <a:solidFill>
                <a:srgbClr val="102531"/>
              </a:solidFill>
              <a:latin typeface="Malgun Gothic"/>
              <a:ea typeface="Malgun Gothic"/>
              <a:cs typeface="Malgun Gothic"/>
            </a:endParaRPr>
          </a:p>
        </p:txBody>
      </p:sp>
      <p:sp>
        <p:nvSpPr>
          <p:cNvPr id="10" name="closing-next-list">
            <a:extLst>
              <a:ext uri="{FF2B5EF4-FFF2-40B4-BE49-F238E27FC236}">
                <a16:creationId xmlns:a16="http://schemas.microsoft.com/office/drawing/2014/main" id="{42446D7A-8164-4501-B7DF-2B783FCE0D27}"/>
              </a:ext>
            </a:extLst>
          </p:cNvPr>
          <p:cNvSpPr>
            <a:spLocks noGrp="1"/>
          </p:cNvSpPr>
          <p:nvPr/>
        </p:nvSpPr>
        <p:spPr>
          <a:xfrm>
            <a:off x="6457950" y="2800350"/>
            <a:ext cx="4762500" cy="1952625"/>
          </a:xfrm>
          <a:prstGeom prst="rect">
            <a:avLst/>
          </a:prstGeom>
          <a:noFill/>
          <a:ln w="0">
            <a:noFill/>
            <a:prstDash val="solid"/>
          </a:ln>
        </p:spPr>
        <p:txBody>
          <a:bodyPr lIns="0" tIns="0" rIns="0" bIns="0" anchor="t">
            <a:normAutofit/>
          </a:bodyPr>
          <a:lstStyle/>
          <a:p>
            <a:pPr marL="24" indent="-14">
              <a:spcAft>
                <a:spcPts val="13"/>
              </a:spcAft>
              <a:buChar char="•"/>
              <a:defRPr sz="1725">
                <a:solidFill>
                  <a:srgbClr val="102531"/>
                </a:solidFill>
                <a:latin typeface="Malgun Gothic"/>
                <a:ea typeface="Malgun Gothic"/>
                <a:cs typeface="Malgun Gothic"/>
              </a:defRPr>
            </a:pPr>
            <a:r>
              <a:rPr lang="ko-KR" altLang="en-US" sz="1700">
                <a:solidFill>
                  <a:srgbClr val="102531"/>
                </a:solidFill>
                <a:latin typeface="Malgun Gothic"/>
                <a:ea typeface="Malgun Gothic"/>
                <a:cs typeface="Malgun Gothic"/>
              </a:rPr>
              <a:t>수집 원본 기반 지표 확정</a:t>
            </a:r>
          </a:p>
          <a:p>
            <a:pPr marL="24" indent="-14">
              <a:spcAft>
                <a:spcPts val="13"/>
              </a:spcAft>
              <a:buChar char="•"/>
              <a:defRPr sz="1725">
                <a:solidFill>
                  <a:srgbClr val="102531"/>
                </a:solidFill>
                <a:latin typeface="Malgun Gothic"/>
                <a:ea typeface="Malgun Gothic"/>
                <a:cs typeface="Malgun Gothic"/>
              </a:defRPr>
            </a:pPr>
            <a:r>
              <a:rPr lang="ko-KR" altLang="en-US" sz="1700">
                <a:solidFill>
                  <a:srgbClr val="102531"/>
                </a:solidFill>
                <a:latin typeface="Malgun Gothic"/>
                <a:ea typeface="Malgun Gothic"/>
                <a:cs typeface="Malgun Gothic"/>
              </a:rPr>
              <a:t>대시보드 화면</a:t>
            </a:r>
            <a:r>
              <a:rPr lang="en-US" altLang="ko-KR" sz="1700">
                <a:solidFill>
                  <a:srgbClr val="102531"/>
                </a:solidFill>
                <a:latin typeface="Malgun Gothic"/>
                <a:ea typeface="Malgun Gothic"/>
                <a:cs typeface="Malgun Gothic"/>
              </a:rPr>
              <a:t>·</a:t>
            </a:r>
            <a:r>
              <a:rPr lang="ko-KR" altLang="en-US" sz="1700">
                <a:solidFill>
                  <a:srgbClr val="102531"/>
                </a:solidFill>
                <a:latin typeface="Malgun Gothic"/>
                <a:ea typeface="Malgun Gothic"/>
                <a:cs typeface="Malgun Gothic"/>
              </a:rPr>
              <a:t>필터 구현</a:t>
            </a:r>
          </a:p>
          <a:p>
            <a:pPr marL="24" indent="-14">
              <a:spcAft>
                <a:spcPts val="13"/>
              </a:spcAft>
              <a:buChar char="•"/>
              <a:defRPr sz="1725">
                <a:solidFill>
                  <a:srgbClr val="102531"/>
                </a:solidFill>
                <a:latin typeface="Malgun Gothic"/>
                <a:ea typeface="Malgun Gothic"/>
                <a:cs typeface="Malgun Gothic"/>
              </a:defRPr>
            </a:pPr>
            <a:r>
              <a:rPr lang="ko-KR" altLang="en-US" sz="1700">
                <a:solidFill>
                  <a:srgbClr val="102531"/>
                </a:solidFill>
                <a:latin typeface="Malgun Gothic"/>
                <a:ea typeface="Malgun Gothic"/>
                <a:cs typeface="Malgun Gothic"/>
              </a:rPr>
              <a:t>제출자료에 상세 조회 주소 연결</a:t>
            </a:r>
            <a:endParaRPr sz="1700">
              <a:solidFill>
                <a:srgbClr val="102531"/>
              </a:solidFill>
              <a:latin typeface="Malgun Gothic"/>
              <a:ea typeface="Malgun Gothic"/>
              <a:cs typeface="Malgun Gothic"/>
            </a:endParaRPr>
          </a:p>
        </p:txBody>
      </p:sp>
      <p:sp>
        <p:nvSpPr>
          <p:cNvPr id="11" name="closing-boundary">
            <a:extLst>
              <a:ext uri="{FF2B5EF4-FFF2-40B4-BE49-F238E27FC236}">
                <a16:creationId xmlns:a16="http://schemas.microsoft.com/office/drawing/2014/main" id="{98756537-ECD5-40F8-A019-DED2D0E7CDCC}"/>
              </a:ext>
            </a:extLst>
          </p:cNvPr>
          <p:cNvSpPr>
            <a:spLocks noGrp="1"/>
          </p:cNvSpPr>
          <p:nvPr/>
        </p:nvSpPr>
        <p:spPr>
          <a:xfrm>
            <a:off x="571500" y="5067300"/>
            <a:ext cx="11049000" cy="266700"/>
          </a:xfrm>
          <a:prstGeom prst="rect">
            <a:avLst/>
          </a:prstGeom>
          <a:noFill/>
          <a:ln w="0">
            <a:noFill/>
            <a:prstDash val="solid"/>
          </a:ln>
        </p:spPr>
        <p:txBody>
          <a:bodyPr wrap="square" lIns="0" tIns="0" rIns="0" bIns="0" anchor="t">
            <a:normAutofit/>
          </a:bodyPr>
          <a:lstStyle/>
          <a:p>
            <a:pPr algn="l">
              <a:buNone/>
              <a:defRPr sz="1200" b="0">
                <a:solidFill>
                  <a:srgbClr val="546874"/>
                </a:solidFill>
                <a:latin typeface="Malgun Gothic"/>
                <a:ea typeface="Malgun Gothic"/>
                <a:cs typeface="Malgun Gothic"/>
              </a:defRPr>
            </a:pPr>
            <a:r>
              <a:rPr lang="en-US" altLang="ko-KR" sz="1200" b="0">
                <a:solidFill>
                  <a:srgbClr val="546874"/>
                </a:solidFill>
                <a:latin typeface="Malgun Gothic"/>
                <a:ea typeface="Malgun Gothic"/>
                <a:cs typeface="Malgun Gothic"/>
              </a:rPr>
              <a:t>※ </a:t>
            </a:r>
            <a:r>
              <a:rPr lang="ko-KR" altLang="en-US" sz="1200" b="0">
                <a:solidFill>
                  <a:srgbClr val="546874"/>
                </a:solidFill>
                <a:latin typeface="Malgun Gothic"/>
                <a:ea typeface="Malgun Gothic"/>
                <a:cs typeface="Malgun Gothic"/>
              </a:rPr>
              <a:t>대시보드 미완성 자체는 </a:t>
            </a:r>
            <a:r>
              <a:rPr lang="en-US" altLang="ko-KR" sz="1200" b="0">
                <a:solidFill>
                  <a:srgbClr val="546874"/>
                </a:solidFill>
                <a:latin typeface="Malgun Gothic"/>
                <a:ea typeface="Malgun Gothic"/>
                <a:cs typeface="Malgun Gothic"/>
              </a:rPr>
              <a:t>Alpha </a:t>
            </a:r>
            <a:r>
              <a:rPr lang="ko-KR" altLang="en-US" sz="1200" b="0">
                <a:solidFill>
                  <a:srgbClr val="546874"/>
                </a:solidFill>
                <a:latin typeface="Malgun Gothic"/>
                <a:ea typeface="Malgun Gothic"/>
                <a:cs typeface="Malgun Gothic"/>
              </a:rPr>
              <a:t>제출 실패가 아닙니다</a:t>
            </a:r>
            <a:r>
              <a:rPr lang="en-US" altLang="ko-KR" sz="1200" b="0">
                <a:solidFill>
                  <a:srgbClr val="546874"/>
                </a:solidFill>
                <a:latin typeface="Malgun Gothic"/>
                <a:ea typeface="Malgun Gothic"/>
                <a:cs typeface="Malgun Gothic"/>
              </a:rPr>
              <a:t>.</a:t>
            </a:r>
            <a:endParaRPr sz="1200" b="0">
              <a:solidFill>
                <a:srgbClr val="546874"/>
              </a:solidFill>
              <a:latin typeface="Malgun Gothic"/>
              <a:ea typeface="Malgun Gothic"/>
              <a:cs typeface="Malgun Gothic"/>
            </a:endParaRPr>
          </a:p>
        </p:txBody>
      </p:sp>
      <p:sp>
        <p:nvSpPr>
          <p:cNvPr id="12" name="직사각형 11">
            <a:extLst>
              <a:ext uri="{FF2B5EF4-FFF2-40B4-BE49-F238E27FC236}">
                <a16:creationId xmlns:a16="http://schemas.microsoft.com/office/drawing/2014/main" id="{46B16797-0335-4D0F-AF1C-0DECD640FF67}"/>
              </a:ext>
            </a:extLst>
          </p:cNvPr>
          <p:cNvSpPr>
            <a:spLocks noGrp="1"/>
          </p:cNvSpPr>
          <p:nvPr/>
        </p:nvSpPr>
        <p:spPr>
          <a:xfrm>
            <a:off x="0" y="5600700"/>
            <a:ext cx="12192000" cy="1257300"/>
          </a:xfrm>
          <a:prstGeom prst="rect">
            <a:avLst/>
          </a:prstGeom>
          <a:solidFill>
            <a:srgbClr val="0D2A3A"/>
          </a:solidFill>
          <a:ln w="0">
            <a:noFill/>
            <a:prstDash val="solid"/>
          </a:ln>
        </p:spPr>
      </p:sp>
      <p:sp>
        <p:nvSpPr>
          <p:cNvPr id="13" name="closing-goal-label">
            <a:extLst>
              <a:ext uri="{FF2B5EF4-FFF2-40B4-BE49-F238E27FC236}">
                <a16:creationId xmlns:a16="http://schemas.microsoft.com/office/drawing/2014/main" id="{211B467E-686D-4B9C-885F-4AFD6F7B7F01}"/>
              </a:ext>
            </a:extLst>
          </p:cNvPr>
          <p:cNvSpPr>
            <a:spLocks noGrp="1"/>
          </p:cNvSpPr>
          <p:nvPr/>
        </p:nvSpPr>
        <p:spPr>
          <a:xfrm>
            <a:off x="571500" y="5829300"/>
            <a:ext cx="1524000" cy="323850"/>
          </a:xfrm>
          <a:prstGeom prst="rect">
            <a:avLst/>
          </a:prstGeom>
          <a:noFill/>
          <a:ln w="0">
            <a:noFill/>
            <a:prstDash val="solid"/>
          </a:ln>
        </p:spPr>
        <p:txBody>
          <a:bodyPr wrap="square" lIns="0" tIns="0" rIns="0" bIns="0" anchor="t">
            <a:normAutofit/>
          </a:bodyPr>
          <a:lstStyle/>
          <a:p>
            <a:pPr algn="l">
              <a:buNone/>
              <a:defRPr sz="1500" b="1">
                <a:solidFill>
                  <a:srgbClr val="F4C243"/>
                </a:solidFill>
                <a:latin typeface="Malgun Gothic"/>
                <a:ea typeface="Malgun Gothic"/>
                <a:cs typeface="Malgun Gothic"/>
              </a:defRPr>
            </a:pPr>
            <a:r>
              <a:rPr lang="ko-KR" altLang="en-US" sz="1500" b="1">
                <a:solidFill>
                  <a:srgbClr val="F4C243"/>
                </a:solidFill>
                <a:latin typeface="Malgun Gothic"/>
                <a:ea typeface="Malgun Gothic"/>
                <a:cs typeface="Malgun Gothic"/>
              </a:rPr>
              <a:t>완료 기준</a:t>
            </a:r>
            <a:endParaRPr sz="1500" b="1">
              <a:solidFill>
                <a:srgbClr val="F4C243"/>
              </a:solidFill>
              <a:latin typeface="Malgun Gothic"/>
              <a:ea typeface="Malgun Gothic"/>
              <a:cs typeface="Malgun Gothic"/>
            </a:endParaRPr>
          </a:p>
        </p:txBody>
      </p:sp>
      <p:sp>
        <p:nvSpPr>
          <p:cNvPr id="14" name="closing-goal">
            <a:extLst>
              <a:ext uri="{FF2B5EF4-FFF2-40B4-BE49-F238E27FC236}">
                <a16:creationId xmlns:a16="http://schemas.microsoft.com/office/drawing/2014/main" id="{DD8CC006-41C8-430D-BD67-AFC64D932CCB}"/>
              </a:ext>
            </a:extLst>
          </p:cNvPr>
          <p:cNvSpPr>
            <a:spLocks noGrp="1"/>
          </p:cNvSpPr>
          <p:nvPr/>
        </p:nvSpPr>
        <p:spPr>
          <a:xfrm>
            <a:off x="571500" y="6191250"/>
            <a:ext cx="10668000" cy="400050"/>
          </a:xfrm>
          <a:prstGeom prst="rect">
            <a:avLst/>
          </a:prstGeom>
          <a:noFill/>
          <a:ln w="0">
            <a:noFill/>
            <a:prstDash val="solid"/>
          </a:ln>
        </p:spPr>
        <p:txBody>
          <a:bodyPr wrap="square" lIns="0" tIns="0" rIns="0" bIns="0" anchor="t">
            <a:normAutofit/>
          </a:bodyPr>
          <a:lstStyle/>
          <a:p>
            <a:pPr algn="l">
              <a:buNone/>
              <a:defRPr sz="2175" b="1">
                <a:solidFill>
                  <a:srgbClr val="FFFFFF"/>
                </a:solidFill>
                <a:latin typeface="Malgun Gothic"/>
                <a:ea typeface="Malgun Gothic"/>
                <a:cs typeface="Malgun Gothic"/>
              </a:defRPr>
            </a:pPr>
            <a:r>
              <a:rPr lang="en-US" altLang="ko-KR" sz="2000" b="1">
                <a:solidFill>
                  <a:srgbClr val="FFFFFF"/>
                </a:solidFill>
                <a:latin typeface="Malgun Gothic"/>
                <a:ea typeface="Malgun Gothic"/>
                <a:cs typeface="Malgun Gothic"/>
              </a:rPr>
              <a:t>Alpha: </a:t>
            </a:r>
            <a:r>
              <a:rPr lang="ko-KR" altLang="en-US" sz="2000" b="1">
                <a:solidFill>
                  <a:srgbClr val="FFFFFF"/>
                </a:solidFill>
                <a:latin typeface="Malgun Gothic"/>
                <a:ea typeface="Malgun Gothic"/>
                <a:cs typeface="Malgun Gothic"/>
              </a:rPr>
              <a:t>실행 안정성 </a:t>
            </a:r>
            <a:r>
              <a:rPr lang="en-US" altLang="ko-KR" sz="2000" b="1">
                <a:solidFill>
                  <a:srgbClr val="FFFFFF"/>
                </a:solidFill>
                <a:latin typeface="Malgun Gothic"/>
                <a:ea typeface="Malgun Gothic"/>
                <a:cs typeface="Malgun Gothic"/>
              </a:rPr>
              <a:t>· Release </a:t>
            </a:r>
            <a:r>
              <a:rPr lang="ko-KR" altLang="en-US" sz="2000" b="1">
                <a:solidFill>
                  <a:srgbClr val="FFFFFF"/>
                </a:solidFill>
                <a:latin typeface="Malgun Gothic"/>
                <a:ea typeface="Malgun Gothic"/>
                <a:cs typeface="Malgun Gothic"/>
              </a:rPr>
              <a:t>서버 원본 수집 </a:t>
            </a:r>
            <a:r>
              <a:rPr lang="en-US" altLang="ko-KR" sz="2000" b="1">
                <a:solidFill>
                  <a:srgbClr val="FFFFFF"/>
                </a:solidFill>
                <a:latin typeface="Malgun Gothic"/>
                <a:ea typeface="Malgun Gothic"/>
                <a:cs typeface="Malgun Gothic"/>
              </a:rPr>
              <a:t>· </a:t>
            </a:r>
            <a:r>
              <a:rPr lang="ko-KR" altLang="en-US" sz="2000" b="1">
                <a:solidFill>
                  <a:srgbClr val="FFFFFF"/>
                </a:solidFill>
                <a:latin typeface="Malgun Gothic"/>
                <a:ea typeface="Malgun Gothic"/>
                <a:cs typeface="Malgun Gothic"/>
              </a:rPr>
              <a:t>제출 정보 일치</a:t>
            </a:r>
            <a:endParaRPr sz="2000" b="1">
              <a:solidFill>
                <a:srgbClr val="FFFFFF"/>
              </a:solidFill>
              <a:latin typeface="Malgun Gothic"/>
              <a:ea typeface="Malgun Gothic"/>
              <a:cs typeface="Malgun Gothic"/>
            </a:endParaRPr>
          </a:p>
        </p:txBody>
      </p:sp>
      <p:sp>
        <p:nvSpPr>
          <p:cNvPr id="15" name="closing-page">
            <a:extLst>
              <a:ext uri="{FF2B5EF4-FFF2-40B4-BE49-F238E27FC236}">
                <a16:creationId xmlns:a16="http://schemas.microsoft.com/office/drawing/2014/main" id="{FA06F565-20FE-4333-B571-1C7A244E8CD0}"/>
              </a:ext>
            </a:extLst>
          </p:cNvPr>
          <p:cNvSpPr>
            <a:spLocks noGrp="1"/>
          </p:cNvSpPr>
          <p:nvPr/>
        </p:nvSpPr>
        <p:spPr>
          <a:xfrm>
            <a:off x="11049000" y="6572250"/>
            <a:ext cx="571500" cy="171450"/>
          </a:xfrm>
          <a:prstGeom prst="rect">
            <a:avLst/>
          </a:prstGeom>
          <a:noFill/>
          <a:ln w="0">
            <a:noFill/>
            <a:prstDash val="solid"/>
          </a:ln>
        </p:spPr>
        <p:txBody>
          <a:bodyPr wrap="square" lIns="0" tIns="0" rIns="0" bIns="0" anchor="t">
            <a:normAutofit/>
          </a:bodyPr>
          <a:lstStyle/>
          <a:p>
            <a:pPr algn="r">
              <a:buNone/>
              <a:defRPr sz="975" b="1">
                <a:solidFill>
                  <a:srgbClr val="FFFFFF"/>
                </a:solidFill>
                <a:latin typeface="Malgun Gothic"/>
                <a:ea typeface="Malgun Gothic"/>
                <a:cs typeface="Malgun Gothic"/>
              </a:defRPr>
            </a:pPr>
            <a:r>
              <a:rPr sz="975" b="1">
                <a:solidFill>
                  <a:srgbClr val="FFFFFF"/>
                </a:solidFill>
                <a:latin typeface="Malgun Gothic"/>
                <a:ea typeface="Malgun Gothic"/>
                <a:cs typeface="Malgun Gothic"/>
              </a:rPr>
              <a:t>06</a:t>
            </a:r>
          </a:p>
        </p:txBody>
      </p:sp>
    </p:spTree>
    <p:extLst>
      <p:ext uri="{BB962C8B-B14F-4D97-AF65-F5344CB8AC3E}">
        <p14:creationId xmlns:p14="http://schemas.microsoft.com/office/powerpoint/2010/main" val="2219055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1129</Words>
  <Application>Microsoft Office PowerPoint</Application>
  <DocSecurity>0</DocSecurity>
  <PresentationFormat>와이드스크린</PresentationFormat>
  <Paragraphs>133</Paragraphs>
  <Slides>6</Slides>
  <Notes>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6</vt:i4>
      </vt:variant>
    </vt:vector>
  </HeadingPairs>
  <TitlesOfParts>
    <vt:vector size="9" baseType="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2</cp:revision>
  <dcterms:created xsi:type="dcterms:W3CDTF">2026-09-01T08:05:07Z</dcterms:created>
  <dcterms:modified xsi:type="dcterms:W3CDTF">2026-09-09T05:53:34Z</dcterms:modified>
</cp:coreProperties>
</file>